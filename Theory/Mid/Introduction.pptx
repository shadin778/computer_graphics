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8" r:id="rId9"/>
    <p:sldId id="269" r:id="rId10"/>
    <p:sldId id="266" r:id="rId11"/>
    <p:sldId id="272" r:id="rId12"/>
    <p:sldId id="273" r:id="rId13"/>
    <p:sldId id="274" r:id="rId14"/>
    <p:sldId id="275" r:id="rId15"/>
    <p:sldId id="276" r:id="rId16"/>
    <p:sldId id="265" r:id="rId17"/>
    <p:sldId id="270" r:id="rId18"/>
    <p:sldId id="271"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F64556-2556-4830-8B15-9B400E0E842D}" v="2" dt="2025-02-25T02:18:44.1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em Al Ahsan Rupai" userId="6c7fb3f4-7ca0-461a-9768-8d96aa50a6b0" providerId="ADAL" clId="{8EF64556-2556-4830-8B15-9B400E0E842D}"/>
    <pc:docChg chg="undo custSel addSld delSld modSld">
      <pc:chgData name="Aneem Al Ahsan Rupai" userId="6c7fb3f4-7ca0-461a-9768-8d96aa50a6b0" providerId="ADAL" clId="{8EF64556-2556-4830-8B15-9B400E0E842D}" dt="2025-02-25T06:50:13.187" v="1455" actId="20577"/>
      <pc:docMkLst>
        <pc:docMk/>
      </pc:docMkLst>
      <pc:sldChg chg="modSp mod">
        <pc:chgData name="Aneem Al Ahsan Rupai" userId="6c7fb3f4-7ca0-461a-9768-8d96aa50a6b0" providerId="ADAL" clId="{8EF64556-2556-4830-8B15-9B400E0E842D}" dt="2025-02-25T01:31:40.607" v="6" actId="27636"/>
        <pc:sldMkLst>
          <pc:docMk/>
          <pc:sldMk cId="647960398" sldId="256"/>
        </pc:sldMkLst>
        <pc:spChg chg="mod">
          <ac:chgData name="Aneem Al Ahsan Rupai" userId="6c7fb3f4-7ca0-461a-9768-8d96aa50a6b0" providerId="ADAL" clId="{8EF64556-2556-4830-8B15-9B400E0E842D}" dt="2025-02-25T01:31:40.607" v="6" actId="27636"/>
          <ac:spMkLst>
            <pc:docMk/>
            <pc:sldMk cId="647960398" sldId="256"/>
            <ac:spMk id="2" creationId="{2BBF8A45-D5B8-AF06-24E5-C410D5BC0C96}"/>
          </ac:spMkLst>
        </pc:spChg>
      </pc:sldChg>
      <pc:sldChg chg="modSp mod">
        <pc:chgData name="Aneem Al Ahsan Rupai" userId="6c7fb3f4-7ca0-461a-9768-8d96aa50a6b0" providerId="ADAL" clId="{8EF64556-2556-4830-8B15-9B400E0E842D}" dt="2025-02-25T06:50:13.187" v="1455" actId="20577"/>
        <pc:sldMkLst>
          <pc:docMk/>
          <pc:sldMk cId="87276582" sldId="259"/>
        </pc:sldMkLst>
        <pc:spChg chg="mod">
          <ac:chgData name="Aneem Al Ahsan Rupai" userId="6c7fb3f4-7ca0-461a-9768-8d96aa50a6b0" providerId="ADAL" clId="{8EF64556-2556-4830-8B15-9B400E0E842D}" dt="2025-02-25T06:50:13.187" v="1455" actId="20577"/>
          <ac:spMkLst>
            <pc:docMk/>
            <pc:sldMk cId="87276582" sldId="259"/>
            <ac:spMk id="3" creationId="{09EB5F65-44AF-AA14-7729-AA7CF270825E}"/>
          </ac:spMkLst>
        </pc:spChg>
        <pc:spChg chg="mod">
          <ac:chgData name="Aneem Al Ahsan Rupai" userId="6c7fb3f4-7ca0-461a-9768-8d96aa50a6b0" providerId="ADAL" clId="{8EF64556-2556-4830-8B15-9B400E0E842D}" dt="2025-02-25T06:46:40.038" v="1342" actId="255"/>
          <ac:spMkLst>
            <pc:docMk/>
            <pc:sldMk cId="87276582" sldId="259"/>
            <ac:spMk id="4" creationId="{1C99773E-8276-8D00-52E0-F303E90B096F}"/>
          </ac:spMkLst>
        </pc:spChg>
      </pc:sldChg>
      <pc:sldChg chg="modSp mod">
        <pc:chgData name="Aneem Al Ahsan Rupai" userId="6c7fb3f4-7ca0-461a-9768-8d96aa50a6b0" providerId="ADAL" clId="{8EF64556-2556-4830-8B15-9B400E0E842D}" dt="2025-02-25T06:49:17.535" v="1367" actId="20577"/>
        <pc:sldMkLst>
          <pc:docMk/>
          <pc:sldMk cId="1724549893" sldId="260"/>
        </pc:sldMkLst>
        <pc:spChg chg="mod">
          <ac:chgData name="Aneem Al Ahsan Rupai" userId="6c7fb3f4-7ca0-461a-9768-8d96aa50a6b0" providerId="ADAL" clId="{8EF64556-2556-4830-8B15-9B400E0E842D}" dt="2025-02-25T06:49:17.535" v="1367" actId="20577"/>
          <ac:spMkLst>
            <pc:docMk/>
            <pc:sldMk cId="1724549893" sldId="260"/>
            <ac:spMk id="3" creationId="{FA3E213E-EE17-364E-FF92-D0272BC37402}"/>
          </ac:spMkLst>
        </pc:spChg>
        <pc:spChg chg="mod">
          <ac:chgData name="Aneem Al Ahsan Rupai" userId="6c7fb3f4-7ca0-461a-9768-8d96aa50a6b0" providerId="ADAL" clId="{8EF64556-2556-4830-8B15-9B400E0E842D}" dt="2025-02-25T01:45:13.140" v="995" actId="20577"/>
          <ac:spMkLst>
            <pc:docMk/>
            <pc:sldMk cId="1724549893" sldId="260"/>
            <ac:spMk id="4" creationId="{CAAF211C-FE5E-6DCC-F328-27D9449593CB}"/>
          </ac:spMkLst>
        </pc:spChg>
      </pc:sldChg>
      <pc:sldChg chg="modSp mod">
        <pc:chgData name="Aneem Al Ahsan Rupai" userId="6c7fb3f4-7ca0-461a-9768-8d96aa50a6b0" providerId="ADAL" clId="{8EF64556-2556-4830-8B15-9B400E0E842D}" dt="2025-02-25T06:45:53.443" v="1341" actId="20577"/>
        <pc:sldMkLst>
          <pc:docMk/>
          <pc:sldMk cId="2252226615" sldId="261"/>
        </pc:sldMkLst>
        <pc:spChg chg="mod">
          <ac:chgData name="Aneem Al Ahsan Rupai" userId="6c7fb3f4-7ca0-461a-9768-8d96aa50a6b0" providerId="ADAL" clId="{8EF64556-2556-4830-8B15-9B400E0E842D}" dt="2025-02-25T06:45:53.443" v="1341" actId="20577"/>
          <ac:spMkLst>
            <pc:docMk/>
            <pc:sldMk cId="2252226615" sldId="261"/>
            <ac:spMk id="3" creationId="{CF7C1359-9173-7157-A250-09E91F05A7AD}"/>
          </ac:spMkLst>
        </pc:spChg>
        <pc:spChg chg="mod">
          <ac:chgData name="Aneem Al Ahsan Rupai" userId="6c7fb3f4-7ca0-461a-9768-8d96aa50a6b0" providerId="ADAL" clId="{8EF64556-2556-4830-8B15-9B400E0E842D}" dt="2025-02-25T01:44:11.358" v="985" actId="20577"/>
          <ac:spMkLst>
            <pc:docMk/>
            <pc:sldMk cId="2252226615" sldId="261"/>
            <ac:spMk id="4" creationId="{BF8CAD59-6016-1D75-3781-414F20F90CAB}"/>
          </ac:spMkLst>
        </pc:spChg>
      </pc:sldChg>
      <pc:sldChg chg="del">
        <pc:chgData name="Aneem Al Ahsan Rupai" userId="6c7fb3f4-7ca0-461a-9768-8d96aa50a6b0" providerId="ADAL" clId="{8EF64556-2556-4830-8B15-9B400E0E842D}" dt="2025-02-25T02:18:40.532" v="1276" actId="2696"/>
        <pc:sldMkLst>
          <pc:docMk/>
          <pc:sldMk cId="1715426988" sldId="265"/>
        </pc:sldMkLst>
      </pc:sldChg>
      <pc:sldChg chg="add">
        <pc:chgData name="Aneem Al Ahsan Rupai" userId="6c7fb3f4-7ca0-461a-9768-8d96aa50a6b0" providerId="ADAL" clId="{8EF64556-2556-4830-8B15-9B400E0E842D}" dt="2025-02-25T02:18:44.129" v="1277"/>
        <pc:sldMkLst>
          <pc:docMk/>
          <pc:sldMk cId="2238798875" sldId="265"/>
        </pc:sldMkLst>
      </pc:sldChg>
      <pc:sldChg chg="modSp mod">
        <pc:chgData name="Aneem Al Ahsan Rupai" userId="6c7fb3f4-7ca0-461a-9768-8d96aa50a6b0" providerId="ADAL" clId="{8EF64556-2556-4830-8B15-9B400E0E842D}" dt="2025-02-25T01:45:48.843" v="1007" actId="255"/>
        <pc:sldMkLst>
          <pc:docMk/>
          <pc:sldMk cId="3397421437" sldId="266"/>
        </pc:sldMkLst>
        <pc:spChg chg="mod">
          <ac:chgData name="Aneem Al Ahsan Rupai" userId="6c7fb3f4-7ca0-461a-9768-8d96aa50a6b0" providerId="ADAL" clId="{8EF64556-2556-4830-8B15-9B400E0E842D}" dt="2025-02-25T01:45:48.843" v="1007" actId="255"/>
          <ac:spMkLst>
            <pc:docMk/>
            <pc:sldMk cId="3397421437" sldId="266"/>
            <ac:spMk id="6" creationId="{D1C4B517-0C7D-FA03-9852-864FC1D85C38}"/>
          </ac:spMkLst>
        </pc:spChg>
      </pc:sldChg>
      <pc:sldChg chg="modSp mod">
        <pc:chgData name="Aneem Al Ahsan Rupai" userId="6c7fb3f4-7ca0-461a-9768-8d96aa50a6b0" providerId="ADAL" clId="{8EF64556-2556-4830-8B15-9B400E0E842D}" dt="2025-02-25T01:43:35.804" v="966" actId="20577"/>
        <pc:sldMkLst>
          <pc:docMk/>
          <pc:sldMk cId="3807266956" sldId="267"/>
        </pc:sldMkLst>
        <pc:spChg chg="mod">
          <ac:chgData name="Aneem Al Ahsan Rupai" userId="6c7fb3f4-7ca0-461a-9768-8d96aa50a6b0" providerId="ADAL" clId="{8EF64556-2556-4830-8B15-9B400E0E842D}" dt="2025-02-25T01:43:35.804" v="966" actId="20577"/>
          <ac:spMkLst>
            <pc:docMk/>
            <pc:sldMk cId="3807266956" sldId="267"/>
            <ac:spMk id="3" creationId="{CF7C1359-9173-7157-A250-09E91F05A7AD}"/>
          </ac:spMkLst>
        </pc:spChg>
      </pc:sldChg>
      <pc:sldChg chg="modSp mod">
        <pc:chgData name="Aneem Al Ahsan Rupai" userId="6c7fb3f4-7ca0-461a-9768-8d96aa50a6b0" providerId="ADAL" clId="{8EF64556-2556-4830-8B15-9B400E0E842D}" dt="2025-02-25T01:41:37.522" v="945" actId="20577"/>
        <pc:sldMkLst>
          <pc:docMk/>
          <pc:sldMk cId="4070104615" sldId="268"/>
        </pc:sldMkLst>
        <pc:spChg chg="mod">
          <ac:chgData name="Aneem Al Ahsan Rupai" userId="6c7fb3f4-7ca0-461a-9768-8d96aa50a6b0" providerId="ADAL" clId="{8EF64556-2556-4830-8B15-9B400E0E842D}" dt="2025-02-25T01:41:37.522" v="945" actId="20577"/>
          <ac:spMkLst>
            <pc:docMk/>
            <pc:sldMk cId="4070104615" sldId="268"/>
            <ac:spMk id="3" creationId="{C424CA8F-50A4-0ED7-01AD-F9AE08ABB8F4}"/>
          </ac:spMkLst>
        </pc:spChg>
      </pc:sldChg>
      <pc:sldChg chg="modSp mod">
        <pc:chgData name="Aneem Al Ahsan Rupai" userId="6c7fb3f4-7ca0-461a-9768-8d96aa50a6b0" providerId="ADAL" clId="{8EF64556-2556-4830-8B15-9B400E0E842D}" dt="2025-02-25T01:45:28.474" v="1000" actId="20577"/>
        <pc:sldMkLst>
          <pc:docMk/>
          <pc:sldMk cId="2489362763" sldId="269"/>
        </pc:sldMkLst>
        <pc:spChg chg="mod">
          <ac:chgData name="Aneem Al Ahsan Rupai" userId="6c7fb3f4-7ca0-461a-9768-8d96aa50a6b0" providerId="ADAL" clId="{8EF64556-2556-4830-8B15-9B400E0E842D}" dt="2025-02-25T01:45:28.474" v="1000" actId="20577"/>
          <ac:spMkLst>
            <pc:docMk/>
            <pc:sldMk cId="2489362763" sldId="269"/>
            <ac:spMk id="3" creationId="{C424CA8F-50A4-0ED7-01AD-F9AE08ABB8F4}"/>
          </ac:spMkLst>
        </pc:spChg>
      </pc:sldChg>
      <pc:sldChg chg="add">
        <pc:chgData name="Aneem Al Ahsan Rupai" userId="6c7fb3f4-7ca0-461a-9768-8d96aa50a6b0" providerId="ADAL" clId="{8EF64556-2556-4830-8B15-9B400E0E842D}" dt="2025-02-25T02:18:44.129" v="1277"/>
        <pc:sldMkLst>
          <pc:docMk/>
          <pc:sldMk cId="417213857" sldId="270"/>
        </pc:sldMkLst>
      </pc:sldChg>
      <pc:sldChg chg="modSp del mod">
        <pc:chgData name="Aneem Al Ahsan Rupai" userId="6c7fb3f4-7ca0-461a-9768-8d96aa50a6b0" providerId="ADAL" clId="{8EF64556-2556-4830-8B15-9B400E0E842D}" dt="2025-02-25T02:18:40.532" v="1276" actId="2696"/>
        <pc:sldMkLst>
          <pc:docMk/>
          <pc:sldMk cId="1595584667" sldId="270"/>
        </pc:sldMkLst>
        <pc:spChg chg="mod">
          <ac:chgData name="Aneem Al Ahsan Rupai" userId="6c7fb3f4-7ca0-461a-9768-8d96aa50a6b0" providerId="ADAL" clId="{8EF64556-2556-4830-8B15-9B400E0E842D}" dt="2025-02-25T01:46:18.919" v="1037" actId="20577"/>
          <ac:spMkLst>
            <pc:docMk/>
            <pc:sldMk cId="1595584667" sldId="270"/>
            <ac:spMk id="6" creationId="{07223AA4-4B89-7B47-6F29-3C7F6D94F18A}"/>
          </ac:spMkLst>
        </pc:spChg>
      </pc:sldChg>
      <pc:sldChg chg="del">
        <pc:chgData name="Aneem Al Ahsan Rupai" userId="6c7fb3f4-7ca0-461a-9768-8d96aa50a6b0" providerId="ADAL" clId="{8EF64556-2556-4830-8B15-9B400E0E842D}" dt="2025-02-25T02:18:40.532" v="1276" actId="2696"/>
        <pc:sldMkLst>
          <pc:docMk/>
          <pc:sldMk cId="876196460" sldId="271"/>
        </pc:sldMkLst>
      </pc:sldChg>
      <pc:sldChg chg="add">
        <pc:chgData name="Aneem Al Ahsan Rupai" userId="6c7fb3f4-7ca0-461a-9768-8d96aa50a6b0" providerId="ADAL" clId="{8EF64556-2556-4830-8B15-9B400E0E842D}" dt="2025-02-25T02:18:44.129" v="1277"/>
        <pc:sldMkLst>
          <pc:docMk/>
          <pc:sldMk cId="1645173673" sldId="271"/>
        </pc:sldMkLst>
      </pc:sldChg>
      <pc:sldChg chg="modSp new mod">
        <pc:chgData name="Aneem Al Ahsan Rupai" userId="6c7fb3f4-7ca0-461a-9768-8d96aa50a6b0" providerId="ADAL" clId="{8EF64556-2556-4830-8B15-9B400E0E842D}" dt="2025-02-25T02:16:05.521" v="1230" actId="20577"/>
        <pc:sldMkLst>
          <pc:docMk/>
          <pc:sldMk cId="1422853823" sldId="272"/>
        </pc:sldMkLst>
        <pc:spChg chg="mod">
          <ac:chgData name="Aneem Al Ahsan Rupai" userId="6c7fb3f4-7ca0-461a-9768-8d96aa50a6b0" providerId="ADAL" clId="{8EF64556-2556-4830-8B15-9B400E0E842D}" dt="2025-02-25T02:09:39.025" v="1085" actId="255"/>
          <ac:spMkLst>
            <pc:docMk/>
            <pc:sldMk cId="1422853823" sldId="272"/>
            <ac:spMk id="2" creationId="{C3C10B4E-468C-1F65-5374-E1E0D6F774F7}"/>
          </ac:spMkLst>
        </pc:spChg>
        <pc:spChg chg="mod">
          <ac:chgData name="Aneem Al Ahsan Rupai" userId="6c7fb3f4-7ca0-461a-9768-8d96aa50a6b0" providerId="ADAL" clId="{8EF64556-2556-4830-8B15-9B400E0E842D}" dt="2025-02-25T02:16:05.521" v="1230" actId="20577"/>
          <ac:spMkLst>
            <pc:docMk/>
            <pc:sldMk cId="1422853823" sldId="272"/>
            <ac:spMk id="3" creationId="{A3509DEA-7D5D-5B14-CD60-4689F2809C4B}"/>
          </ac:spMkLst>
        </pc:spChg>
      </pc:sldChg>
      <pc:sldChg chg="modSp new mod">
        <pc:chgData name="Aneem Al Ahsan Rupai" userId="6c7fb3f4-7ca0-461a-9768-8d96aa50a6b0" providerId="ADAL" clId="{8EF64556-2556-4830-8B15-9B400E0E842D}" dt="2025-02-25T02:15:47.815" v="1224" actId="20577"/>
        <pc:sldMkLst>
          <pc:docMk/>
          <pc:sldMk cId="2735114656" sldId="273"/>
        </pc:sldMkLst>
        <pc:spChg chg="mod">
          <ac:chgData name="Aneem Al Ahsan Rupai" userId="6c7fb3f4-7ca0-461a-9768-8d96aa50a6b0" providerId="ADAL" clId="{8EF64556-2556-4830-8B15-9B400E0E842D}" dt="2025-02-25T02:14:24.031" v="1185" actId="20577"/>
          <ac:spMkLst>
            <pc:docMk/>
            <pc:sldMk cId="2735114656" sldId="273"/>
            <ac:spMk id="2" creationId="{4A39062F-465D-E606-79CD-A149CE963FCD}"/>
          </ac:spMkLst>
        </pc:spChg>
        <pc:spChg chg="mod">
          <ac:chgData name="Aneem Al Ahsan Rupai" userId="6c7fb3f4-7ca0-461a-9768-8d96aa50a6b0" providerId="ADAL" clId="{8EF64556-2556-4830-8B15-9B400E0E842D}" dt="2025-02-25T02:15:47.815" v="1224" actId="20577"/>
          <ac:spMkLst>
            <pc:docMk/>
            <pc:sldMk cId="2735114656" sldId="273"/>
            <ac:spMk id="3" creationId="{EF9FAFE1-7EF6-BF6D-C652-D47CC874D6B1}"/>
          </ac:spMkLst>
        </pc:spChg>
      </pc:sldChg>
      <pc:sldChg chg="modSp new mod">
        <pc:chgData name="Aneem Al Ahsan Rupai" userId="6c7fb3f4-7ca0-461a-9768-8d96aa50a6b0" providerId="ADAL" clId="{8EF64556-2556-4830-8B15-9B400E0E842D}" dt="2025-02-25T02:17:12.282" v="1240"/>
        <pc:sldMkLst>
          <pc:docMk/>
          <pc:sldMk cId="2670548605" sldId="274"/>
        </pc:sldMkLst>
        <pc:spChg chg="mod">
          <ac:chgData name="Aneem Al Ahsan Rupai" userId="6c7fb3f4-7ca0-461a-9768-8d96aa50a6b0" providerId="ADAL" clId="{8EF64556-2556-4830-8B15-9B400E0E842D}" dt="2025-02-25T02:17:12.282" v="1240"/>
          <ac:spMkLst>
            <pc:docMk/>
            <pc:sldMk cId="2670548605" sldId="274"/>
            <ac:spMk id="2" creationId="{D8B570CB-4F3A-A572-6FEE-D87ED289842E}"/>
          </ac:spMkLst>
        </pc:spChg>
        <pc:spChg chg="mod">
          <ac:chgData name="Aneem Al Ahsan Rupai" userId="6c7fb3f4-7ca0-461a-9768-8d96aa50a6b0" providerId="ADAL" clId="{8EF64556-2556-4830-8B15-9B400E0E842D}" dt="2025-02-25T02:17:04.367" v="1239" actId="255"/>
          <ac:spMkLst>
            <pc:docMk/>
            <pc:sldMk cId="2670548605" sldId="274"/>
            <ac:spMk id="3" creationId="{8185FB19-10D3-B813-7246-CC69A439DD67}"/>
          </ac:spMkLst>
        </pc:spChg>
      </pc:sldChg>
      <pc:sldChg chg="modSp new mod">
        <pc:chgData name="Aneem Al Ahsan Rupai" userId="6c7fb3f4-7ca0-461a-9768-8d96aa50a6b0" providerId="ADAL" clId="{8EF64556-2556-4830-8B15-9B400E0E842D}" dt="2025-02-25T02:17:48.833" v="1259"/>
        <pc:sldMkLst>
          <pc:docMk/>
          <pc:sldMk cId="975877300" sldId="275"/>
        </pc:sldMkLst>
        <pc:spChg chg="mod">
          <ac:chgData name="Aneem Al Ahsan Rupai" userId="6c7fb3f4-7ca0-461a-9768-8d96aa50a6b0" providerId="ADAL" clId="{8EF64556-2556-4830-8B15-9B400E0E842D}" dt="2025-02-25T02:17:48.833" v="1259"/>
          <ac:spMkLst>
            <pc:docMk/>
            <pc:sldMk cId="975877300" sldId="275"/>
            <ac:spMk id="2" creationId="{B5C1371D-A240-0D05-F38A-D074902E3B13}"/>
          </ac:spMkLst>
        </pc:spChg>
        <pc:spChg chg="mod">
          <ac:chgData name="Aneem Al Ahsan Rupai" userId="6c7fb3f4-7ca0-461a-9768-8d96aa50a6b0" providerId="ADAL" clId="{8EF64556-2556-4830-8B15-9B400E0E842D}" dt="2025-02-25T02:17:43.365" v="1258" actId="255"/>
          <ac:spMkLst>
            <pc:docMk/>
            <pc:sldMk cId="975877300" sldId="275"/>
            <ac:spMk id="3" creationId="{F9647C57-AC8A-9DF3-41DB-9E1ED66E8ECB}"/>
          </ac:spMkLst>
        </pc:spChg>
      </pc:sldChg>
      <pc:sldChg chg="modSp new mod">
        <pc:chgData name="Aneem Al Ahsan Rupai" userId="6c7fb3f4-7ca0-461a-9768-8d96aa50a6b0" providerId="ADAL" clId="{8EF64556-2556-4830-8B15-9B400E0E842D}" dt="2025-02-25T02:18:32.621" v="1275"/>
        <pc:sldMkLst>
          <pc:docMk/>
          <pc:sldMk cId="1959803432" sldId="276"/>
        </pc:sldMkLst>
        <pc:spChg chg="mod">
          <ac:chgData name="Aneem Al Ahsan Rupai" userId="6c7fb3f4-7ca0-461a-9768-8d96aa50a6b0" providerId="ADAL" clId="{8EF64556-2556-4830-8B15-9B400E0E842D}" dt="2025-02-25T02:18:32.621" v="1275"/>
          <ac:spMkLst>
            <pc:docMk/>
            <pc:sldMk cId="1959803432" sldId="276"/>
            <ac:spMk id="2" creationId="{5785C4A2-832D-5477-313B-35BFBA1CC4E7}"/>
          </ac:spMkLst>
        </pc:spChg>
        <pc:spChg chg="mod">
          <ac:chgData name="Aneem Al Ahsan Rupai" userId="6c7fb3f4-7ca0-461a-9768-8d96aa50a6b0" providerId="ADAL" clId="{8EF64556-2556-4830-8B15-9B400E0E842D}" dt="2025-02-25T02:18:26.082" v="1274" actId="255"/>
          <ac:spMkLst>
            <pc:docMk/>
            <pc:sldMk cId="1959803432" sldId="276"/>
            <ac:spMk id="3" creationId="{D47F00C9-C4B9-B1D1-F5B9-24FBD58385D7}"/>
          </ac:spMkLst>
        </pc:spChg>
      </pc:sldChg>
    </pc:docChg>
  </pc:docChgLst>
  <pc:docChgLst>
    <pc:chgData name="Aneem Al Ahsan Rupai" userId="6c7fb3f4-7ca0-461a-9768-8d96aa50a6b0" providerId="ADAL" clId="{CCC9FD63-B17F-4239-9B91-A89131C98AAE}"/>
    <pc:docChg chg="undo custSel addSld modSld sldOrd">
      <pc:chgData name="Aneem Al Ahsan Rupai" userId="6c7fb3f4-7ca0-461a-9768-8d96aa50a6b0" providerId="ADAL" clId="{CCC9FD63-B17F-4239-9B91-A89131C98AAE}" dt="2023-09-17T06:05:52.568" v="622" actId="1076"/>
      <pc:docMkLst>
        <pc:docMk/>
      </pc:docMkLst>
      <pc:sldChg chg="modSp mod">
        <pc:chgData name="Aneem Al Ahsan Rupai" userId="6c7fb3f4-7ca0-461a-9768-8d96aa50a6b0" providerId="ADAL" clId="{CCC9FD63-B17F-4239-9B91-A89131C98AAE}" dt="2023-09-17T06:05:52.568" v="622" actId="1076"/>
        <pc:sldMkLst>
          <pc:docMk/>
          <pc:sldMk cId="647960398" sldId="256"/>
        </pc:sldMkLst>
      </pc:sldChg>
      <pc:sldChg chg="modSp mod">
        <pc:chgData name="Aneem Al Ahsan Rupai" userId="6c7fb3f4-7ca0-461a-9768-8d96aa50a6b0" providerId="ADAL" clId="{CCC9FD63-B17F-4239-9B91-A89131C98AAE}" dt="2023-09-17T02:17:19.926" v="606" actId="20577"/>
        <pc:sldMkLst>
          <pc:docMk/>
          <pc:sldMk cId="4045136305" sldId="258"/>
        </pc:sldMkLst>
      </pc:sldChg>
      <pc:sldChg chg="modSp mod ord">
        <pc:chgData name="Aneem Al Ahsan Rupai" userId="6c7fb3f4-7ca0-461a-9768-8d96aa50a6b0" providerId="ADAL" clId="{CCC9FD63-B17F-4239-9B91-A89131C98AAE}" dt="2023-09-17T02:05:22.053" v="19"/>
        <pc:sldMkLst>
          <pc:docMk/>
          <pc:sldMk cId="3944225540" sldId="264"/>
        </pc:sldMkLst>
      </pc:sldChg>
      <pc:sldChg chg="ord">
        <pc:chgData name="Aneem Al Ahsan Rupai" userId="6c7fb3f4-7ca0-461a-9768-8d96aa50a6b0" providerId="ADAL" clId="{CCC9FD63-B17F-4239-9B91-A89131C98AAE}" dt="2023-09-17T02:05:24.779" v="21"/>
        <pc:sldMkLst>
          <pc:docMk/>
          <pc:sldMk cId="1715426988" sldId="265"/>
        </pc:sldMkLst>
      </pc:sldChg>
      <pc:sldChg chg="addSp delSp modSp new mod modClrScheme chgLayout">
        <pc:chgData name="Aneem Al Ahsan Rupai" userId="6c7fb3f4-7ca0-461a-9768-8d96aa50a6b0" providerId="ADAL" clId="{CCC9FD63-B17F-4239-9B91-A89131C98AAE}" dt="2023-09-17T02:32:58.272" v="621" actId="20577"/>
        <pc:sldMkLst>
          <pc:docMk/>
          <pc:sldMk cId="3397421437" sldId="266"/>
        </pc:sldMkLst>
      </pc:sldChg>
    </pc:docChg>
  </pc:docChgLst>
  <pc:docChgLst>
    <pc:chgData name="Aneem Al Ahsan Rupai" userId="6c7fb3f4-7ca0-461a-9768-8d96aa50a6b0" providerId="ADAL" clId="{F0C3714D-3631-4994-884F-FC3B7C1A8774}"/>
    <pc:docChg chg="undo custSel addSld delSld modSld">
      <pc:chgData name="Aneem Al Ahsan Rupai" userId="6c7fb3f4-7ca0-461a-9768-8d96aa50a6b0" providerId="ADAL" clId="{F0C3714D-3631-4994-884F-FC3B7C1A8774}" dt="2024-10-20T02:26:25.566" v="655" actId="113"/>
      <pc:docMkLst>
        <pc:docMk/>
      </pc:docMkLst>
      <pc:sldChg chg="modSp mod">
        <pc:chgData name="Aneem Al Ahsan Rupai" userId="6c7fb3f4-7ca0-461a-9768-8d96aa50a6b0" providerId="ADAL" clId="{F0C3714D-3631-4994-884F-FC3B7C1A8774}" dt="2024-10-20T02:25:31.121" v="654" actId="20577"/>
        <pc:sldMkLst>
          <pc:docMk/>
          <pc:sldMk cId="647960398" sldId="256"/>
        </pc:sldMkLst>
      </pc:sldChg>
      <pc:sldChg chg="modSp mod">
        <pc:chgData name="Aneem Al Ahsan Rupai" userId="6c7fb3f4-7ca0-461a-9768-8d96aa50a6b0" providerId="ADAL" clId="{F0C3714D-3631-4994-884F-FC3B7C1A8774}" dt="2024-10-20T02:26:25.566" v="655" actId="113"/>
        <pc:sldMkLst>
          <pc:docMk/>
          <pc:sldMk cId="87276582" sldId="259"/>
        </pc:sldMkLst>
      </pc:sldChg>
      <pc:sldChg chg="modSp mod">
        <pc:chgData name="Aneem Al Ahsan Rupai" userId="6c7fb3f4-7ca0-461a-9768-8d96aa50a6b0" providerId="ADAL" clId="{F0C3714D-3631-4994-884F-FC3B7C1A8774}" dt="2024-06-02T06:09:54.645" v="369" actId="20577"/>
        <pc:sldMkLst>
          <pc:docMk/>
          <pc:sldMk cId="1724549893" sldId="260"/>
        </pc:sldMkLst>
      </pc:sldChg>
      <pc:sldChg chg="addSp modSp mod modClrScheme chgLayout">
        <pc:chgData name="Aneem Al Ahsan Rupai" userId="6c7fb3f4-7ca0-461a-9768-8d96aa50a6b0" providerId="ADAL" clId="{F0C3714D-3631-4994-884F-FC3B7C1A8774}" dt="2024-06-09T01:44:53.444" v="451" actId="20577"/>
        <pc:sldMkLst>
          <pc:docMk/>
          <pc:sldMk cId="2252226615" sldId="261"/>
        </pc:sldMkLst>
      </pc:sldChg>
      <pc:sldChg chg="modSp del mod">
        <pc:chgData name="Aneem Al Ahsan Rupai" userId="6c7fb3f4-7ca0-461a-9768-8d96aa50a6b0" providerId="ADAL" clId="{F0C3714D-3631-4994-884F-FC3B7C1A8774}" dt="2024-06-09T01:48:34.517" v="645" actId="47"/>
        <pc:sldMkLst>
          <pc:docMk/>
          <pc:sldMk cId="1382423973" sldId="262"/>
        </pc:sldMkLst>
      </pc:sldChg>
      <pc:sldChg chg="modSp del mod">
        <pc:chgData name="Aneem Al Ahsan Rupai" userId="6c7fb3f4-7ca0-461a-9768-8d96aa50a6b0" providerId="ADAL" clId="{F0C3714D-3631-4994-884F-FC3B7C1A8774}" dt="2024-06-09T01:48:34.517" v="645" actId="47"/>
        <pc:sldMkLst>
          <pc:docMk/>
          <pc:sldMk cId="1592207949" sldId="263"/>
        </pc:sldMkLst>
      </pc:sldChg>
      <pc:sldChg chg="modSp mod">
        <pc:chgData name="Aneem Al Ahsan Rupai" userId="6c7fb3f4-7ca0-461a-9768-8d96aa50a6b0" providerId="ADAL" clId="{F0C3714D-3631-4994-884F-FC3B7C1A8774}" dt="2024-06-02T06:05:45.138" v="110" actId="21"/>
        <pc:sldMkLst>
          <pc:docMk/>
          <pc:sldMk cId="3807266956" sldId="267"/>
        </pc:sldMkLst>
      </pc:sldChg>
      <pc:sldChg chg="modSp mod">
        <pc:chgData name="Aneem Al Ahsan Rupai" userId="6c7fb3f4-7ca0-461a-9768-8d96aa50a6b0" providerId="ADAL" clId="{F0C3714D-3631-4994-884F-FC3B7C1A8774}" dt="2024-06-02T06:06:54.232" v="233" actId="20577"/>
        <pc:sldMkLst>
          <pc:docMk/>
          <pc:sldMk cId="4070104615" sldId="268"/>
        </pc:sldMkLst>
      </pc:sldChg>
      <pc:sldChg chg="modSp mod">
        <pc:chgData name="Aneem Al Ahsan Rupai" userId="6c7fb3f4-7ca0-461a-9768-8d96aa50a6b0" providerId="ADAL" clId="{F0C3714D-3631-4994-884F-FC3B7C1A8774}" dt="2024-06-02T06:07:41.527" v="236" actId="20577"/>
        <pc:sldMkLst>
          <pc:docMk/>
          <pc:sldMk cId="2489362763" sldId="269"/>
        </pc:sldMkLst>
      </pc:sldChg>
      <pc:sldChg chg="add">
        <pc:chgData name="Aneem Al Ahsan Rupai" userId="6c7fb3f4-7ca0-461a-9768-8d96aa50a6b0" providerId="ADAL" clId="{F0C3714D-3631-4994-884F-FC3B7C1A8774}" dt="2024-06-09T01:48:30.923" v="644"/>
        <pc:sldMkLst>
          <pc:docMk/>
          <pc:sldMk cId="1595584667" sldId="270"/>
        </pc:sldMkLst>
      </pc:sldChg>
      <pc:sldChg chg="add">
        <pc:chgData name="Aneem Al Ahsan Rupai" userId="6c7fb3f4-7ca0-461a-9768-8d96aa50a6b0" providerId="ADAL" clId="{F0C3714D-3631-4994-884F-FC3B7C1A8774}" dt="2024-06-09T01:48:30.923" v="644"/>
        <pc:sldMkLst>
          <pc:docMk/>
          <pc:sldMk cId="876196460" sldId="271"/>
        </pc:sldMkLst>
      </pc:sldChg>
    </pc:docChg>
  </pc:docChgLst>
  <pc:docChgLst>
    <pc:chgData name="Aneem Al Ahsan Rupai" userId="6c7fb3f4-7ca0-461a-9768-8d96aa50a6b0" providerId="ADAL" clId="{592E2124-645C-4FD8-A6A2-7F6380F0D4F0}"/>
    <pc:docChg chg="undo custSel addSld modSld">
      <pc:chgData name="Aneem Al Ahsan Rupai" userId="6c7fb3f4-7ca0-461a-9768-8d96aa50a6b0" providerId="ADAL" clId="{592E2124-645C-4FD8-A6A2-7F6380F0D4F0}" dt="2024-01-23T02:36:53.621" v="1744" actId="20577"/>
      <pc:docMkLst>
        <pc:docMk/>
      </pc:docMkLst>
      <pc:sldChg chg="modSp mod">
        <pc:chgData name="Aneem Al Ahsan Rupai" userId="6c7fb3f4-7ca0-461a-9768-8d96aa50a6b0" providerId="ADAL" clId="{592E2124-645C-4FD8-A6A2-7F6380F0D4F0}" dt="2024-01-23T02:06:23.071" v="6" actId="27636"/>
        <pc:sldMkLst>
          <pc:docMk/>
          <pc:sldMk cId="647960398" sldId="256"/>
        </pc:sldMkLst>
      </pc:sldChg>
      <pc:sldChg chg="modSp mod">
        <pc:chgData name="Aneem Al Ahsan Rupai" userId="6c7fb3f4-7ca0-461a-9768-8d96aa50a6b0" providerId="ADAL" clId="{592E2124-645C-4FD8-A6A2-7F6380F0D4F0}" dt="2024-01-23T02:06:58.079" v="58" actId="20577"/>
        <pc:sldMkLst>
          <pc:docMk/>
          <pc:sldMk cId="4045136305" sldId="258"/>
        </pc:sldMkLst>
      </pc:sldChg>
      <pc:sldChg chg="modSp mod">
        <pc:chgData name="Aneem Al Ahsan Rupai" userId="6c7fb3f4-7ca0-461a-9768-8d96aa50a6b0" providerId="ADAL" clId="{592E2124-645C-4FD8-A6A2-7F6380F0D4F0}" dt="2024-01-23T02:23:46.338" v="1728" actId="20577"/>
        <pc:sldMkLst>
          <pc:docMk/>
          <pc:sldMk cId="87276582" sldId="259"/>
        </pc:sldMkLst>
      </pc:sldChg>
      <pc:sldChg chg="modSp mod">
        <pc:chgData name="Aneem Al Ahsan Rupai" userId="6c7fb3f4-7ca0-461a-9768-8d96aa50a6b0" providerId="ADAL" clId="{592E2124-645C-4FD8-A6A2-7F6380F0D4F0}" dt="2024-01-23T02:10:19.706" v="449" actId="5793"/>
        <pc:sldMkLst>
          <pc:docMk/>
          <pc:sldMk cId="1724549893" sldId="260"/>
        </pc:sldMkLst>
      </pc:sldChg>
      <pc:sldChg chg="addSp delSp modSp mod modClrScheme chgLayout">
        <pc:chgData name="Aneem Al Ahsan Rupai" userId="6c7fb3f4-7ca0-461a-9768-8d96aa50a6b0" providerId="ADAL" clId="{592E2124-645C-4FD8-A6A2-7F6380F0D4F0}" dt="2024-01-23T02:10:49.476" v="451" actId="700"/>
        <pc:sldMkLst>
          <pc:docMk/>
          <pc:sldMk cId="2252226615" sldId="261"/>
        </pc:sldMkLst>
      </pc:sldChg>
      <pc:sldChg chg="modSp add mod">
        <pc:chgData name="Aneem Al Ahsan Rupai" userId="6c7fb3f4-7ca0-461a-9768-8d96aa50a6b0" providerId="ADAL" clId="{592E2124-645C-4FD8-A6A2-7F6380F0D4F0}" dt="2024-01-23T02:36:53.621" v="1744" actId="20577"/>
        <pc:sldMkLst>
          <pc:docMk/>
          <pc:sldMk cId="3807266956" sldId="267"/>
        </pc:sldMkLst>
      </pc:sldChg>
      <pc:sldChg chg="modSp new mod">
        <pc:chgData name="Aneem Al Ahsan Rupai" userId="6c7fb3f4-7ca0-461a-9768-8d96aa50a6b0" providerId="ADAL" clId="{592E2124-645C-4FD8-A6A2-7F6380F0D4F0}" dt="2024-01-23T02:19:13.074" v="1370" actId="20577"/>
        <pc:sldMkLst>
          <pc:docMk/>
          <pc:sldMk cId="4070104615" sldId="268"/>
        </pc:sldMkLst>
      </pc:sldChg>
      <pc:sldChg chg="modSp add mod">
        <pc:chgData name="Aneem Al Ahsan Rupai" userId="6c7fb3f4-7ca0-461a-9768-8d96aa50a6b0" providerId="ADAL" clId="{592E2124-645C-4FD8-A6A2-7F6380F0D4F0}" dt="2024-01-23T02:21:20.402" v="1629" actId="20577"/>
        <pc:sldMkLst>
          <pc:docMk/>
          <pc:sldMk cId="2489362763"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09B2-54E0-E1AD-6ABC-93F14EE235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18E7FE-207E-3DAF-34E5-F599D68529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7629D6-6ADF-9C29-9EFA-BC4E1CBB2967}"/>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EC9C2D7B-5387-2085-76AB-C57ED6CDF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F6520-AC3B-F140-EC98-1BC9EE0249E8}"/>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2693300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0791-E518-16A4-DB5F-E7962A51F4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10F341-A537-D585-2516-C713A8D5F5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0E2F4-E06A-6528-E540-E59154EA0E1E}"/>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8DB74296-5C5C-2886-BEDB-1E5A910170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DF9D7-B61D-0306-153D-AF3081AB71E4}"/>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219276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3205B-E4C8-4917-4A3F-F41EB9491B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5FEFAC-21AB-0BCE-D3EA-10EB9428C5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C939EE-609A-C4E7-4B16-584061CA5FC3}"/>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C5F83B5B-83C4-A499-6F64-2B51B1F8D8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A3A8D-B4BA-1EBE-9501-0D3ACF47A3D3}"/>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1843467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08837-4EDE-A4FF-5F9A-65A22FB721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D5D5EE-529A-E816-3C59-26ADA10C82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ED057E-1869-88E6-5461-BE64A564E8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200912-4CA1-36E6-2F08-E873582902DB}"/>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6" name="Footer Placeholder 5">
            <a:extLst>
              <a:ext uri="{FF2B5EF4-FFF2-40B4-BE49-F238E27FC236}">
                <a16:creationId xmlns:a16="http://schemas.microsoft.com/office/drawing/2014/main" id="{9A8B590D-2FFC-A603-93BD-C8C73D66D8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EE88D1-E34E-1796-B085-02B210465C14}"/>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195525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B78AC-275B-2797-7B0D-153441B311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FEE1EF-6C34-9AC9-2754-862AE4290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CFE9A9-AE16-73ED-6738-1BA86506BA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9308CA-9FA2-CAC8-108F-EB996714F0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C5D403-B415-03BE-A781-E8BFEFC048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0391B5-4E20-FA5F-A32F-9CA09F0550A7}"/>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8" name="Footer Placeholder 7">
            <a:extLst>
              <a:ext uri="{FF2B5EF4-FFF2-40B4-BE49-F238E27FC236}">
                <a16:creationId xmlns:a16="http://schemas.microsoft.com/office/drawing/2014/main" id="{C73C0738-B951-326D-BD35-37AE09BDEE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06DF14-BB92-6CD8-B323-D45C4D1BB2D4}"/>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3049896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A644-572A-008F-228D-85140BF4F9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92573-716E-9E27-F9DB-E47772ECA0F1}"/>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4" name="Footer Placeholder 3">
            <a:extLst>
              <a:ext uri="{FF2B5EF4-FFF2-40B4-BE49-F238E27FC236}">
                <a16:creationId xmlns:a16="http://schemas.microsoft.com/office/drawing/2014/main" id="{0356A892-9414-BA48-E594-E37AB4CA7B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521F30-B2C9-FFB0-DCC6-26EEC53A3352}"/>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1939490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0B678E-8478-7045-7AB0-FF0498506141}"/>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3" name="Footer Placeholder 2">
            <a:extLst>
              <a:ext uri="{FF2B5EF4-FFF2-40B4-BE49-F238E27FC236}">
                <a16:creationId xmlns:a16="http://schemas.microsoft.com/office/drawing/2014/main" id="{03E06B64-8468-223F-23BC-3235FAA42C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CC807D-04B5-34FF-3BDD-DB249386F72C}"/>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302755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434E-826A-20B2-3403-18872DCAE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3D1204-6DE6-B64C-030B-BA46F97342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6D5880-7C9C-8B8D-E1FA-64521D8BF1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BD333-2464-D3EB-FFFA-67CA05735AE8}"/>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6" name="Footer Placeholder 5">
            <a:extLst>
              <a:ext uri="{FF2B5EF4-FFF2-40B4-BE49-F238E27FC236}">
                <a16:creationId xmlns:a16="http://schemas.microsoft.com/office/drawing/2014/main" id="{F9386CA7-8DC5-D5FB-0F38-A3D8287F7B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B0709B-6B2D-B6C2-FDA9-57D09A2A66B5}"/>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2582797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7BF1B-754D-46B4-05CC-5FDF48316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207925-6175-E494-4B2B-E380BC5B1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417F32-AF48-4493-4374-9B9BF7D0A6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30170-4457-C6CA-FE87-5042A0E6F159}"/>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6" name="Footer Placeholder 5">
            <a:extLst>
              <a:ext uri="{FF2B5EF4-FFF2-40B4-BE49-F238E27FC236}">
                <a16:creationId xmlns:a16="http://schemas.microsoft.com/office/drawing/2014/main" id="{3E731C75-CF99-4FEE-7AEB-FD85FACF2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C86716-3A87-77F1-A8E8-FB09FB73410E}"/>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947402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745AE-E501-8F27-89A2-019617E53C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1EB492-A18D-770A-8681-0BE112A405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55E1E5-229A-8370-52F0-FE97F2643497}"/>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AD9D112B-2685-6FB1-A322-0EB2FE1BF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E425CF-D2EF-959C-40B1-AA689539440D}"/>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177410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BE3065-B626-DAB7-E24B-EEA1E56CC6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C6B497-462E-8D39-93A7-1280A8AF5D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88E019-073D-CCB6-AF88-6ED229141F09}"/>
              </a:ext>
            </a:extLst>
          </p:cNvPr>
          <p:cNvSpPr>
            <a:spLocks noGrp="1"/>
          </p:cNvSpPr>
          <p:nvPr>
            <p:ph type="dt" sz="half" idx="10"/>
          </p:nvPr>
        </p:nvSpPr>
        <p:spPr/>
        <p:txBody>
          <a:body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910825BB-58AA-A089-BB1E-4D4488BC2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F2761-D63B-9396-DABB-78A4808970D9}"/>
              </a:ext>
            </a:extLst>
          </p:cNvPr>
          <p:cNvSpPr>
            <a:spLocks noGrp="1"/>
          </p:cNvSpPr>
          <p:nvPr>
            <p:ph type="sldNum" sz="quarter" idx="12"/>
          </p:nvPr>
        </p:nvSpPr>
        <p:spPr/>
        <p:txBody>
          <a:bodyPr/>
          <a:lstStyle/>
          <a:p>
            <a:fld id="{BE4E43C5-1D4B-4F18-8A69-21708677270D}" type="slidenum">
              <a:rPr lang="en-US" smtClean="0"/>
              <a:t>‹#›</a:t>
            </a:fld>
            <a:endParaRPr lang="en-US"/>
          </a:p>
        </p:txBody>
      </p:sp>
    </p:spTree>
    <p:extLst>
      <p:ext uri="{BB962C8B-B14F-4D97-AF65-F5344CB8AC3E}">
        <p14:creationId xmlns:p14="http://schemas.microsoft.com/office/powerpoint/2010/main" val="3148224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E9ECA2-D52C-A9C8-16F0-B57F019461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B3F7B6-C1A0-08AE-A580-CB31A867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0E010-5138-B845-F538-968B05E889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8EDDAA-C449-46A0-8B23-C6A50E3248C9}" type="datetimeFigureOut">
              <a:rPr lang="en-US" smtClean="0"/>
              <a:t>2/25/2025</a:t>
            </a:fld>
            <a:endParaRPr lang="en-US"/>
          </a:p>
        </p:txBody>
      </p:sp>
      <p:sp>
        <p:nvSpPr>
          <p:cNvPr id="5" name="Footer Placeholder 4">
            <a:extLst>
              <a:ext uri="{FF2B5EF4-FFF2-40B4-BE49-F238E27FC236}">
                <a16:creationId xmlns:a16="http://schemas.microsoft.com/office/drawing/2014/main" id="{5B59B782-7F18-70ED-4EAF-12DE42ADFA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1661F6-B796-4CB1-500A-2CBAB0EF41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4E43C5-1D4B-4F18-8A69-21708677270D}" type="slidenum">
              <a:rPr lang="en-US" smtClean="0"/>
              <a:t>‹#›</a:t>
            </a:fld>
            <a:endParaRPr lang="en-US"/>
          </a:p>
        </p:txBody>
      </p:sp>
    </p:spTree>
    <p:extLst>
      <p:ext uri="{BB962C8B-B14F-4D97-AF65-F5344CB8AC3E}">
        <p14:creationId xmlns:p14="http://schemas.microsoft.com/office/powerpoint/2010/main" val="3871275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aneem@aiub.edu"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www.aiub.edu/academic-regulation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8A45-D5B8-AF06-24E5-C410D5BC0C96}"/>
              </a:ext>
            </a:extLst>
          </p:cNvPr>
          <p:cNvSpPr>
            <a:spLocks noGrp="1"/>
          </p:cNvSpPr>
          <p:nvPr>
            <p:ph type="ctrTitle"/>
          </p:nvPr>
        </p:nvSpPr>
        <p:spPr>
          <a:xfrm>
            <a:off x="1081549" y="1859782"/>
            <a:ext cx="9144000" cy="2387600"/>
          </a:xfrm>
        </p:spPr>
        <p:txBody>
          <a:bodyPr>
            <a:normAutofit fontScale="90000"/>
          </a:bodyPr>
          <a:lstStyle/>
          <a:p>
            <a:r>
              <a:rPr lang="en-US" dirty="0"/>
              <a:t>Welcome to Spring 2024-2025</a:t>
            </a:r>
            <a:br>
              <a:rPr lang="en-US" dirty="0"/>
            </a:br>
            <a:endParaRPr lang="en-US" dirty="0"/>
          </a:p>
        </p:txBody>
      </p:sp>
    </p:spTree>
    <p:extLst>
      <p:ext uri="{BB962C8B-B14F-4D97-AF65-F5344CB8AC3E}">
        <p14:creationId xmlns:p14="http://schemas.microsoft.com/office/powerpoint/2010/main" val="647960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38277D-C466-2318-ABE8-D81A69351951}"/>
              </a:ext>
            </a:extLst>
          </p:cNvPr>
          <p:cNvSpPr>
            <a:spLocks noGrp="1"/>
          </p:cNvSpPr>
          <p:nvPr>
            <p:ph idx="1"/>
          </p:nvPr>
        </p:nvSpPr>
        <p:spPr/>
        <p:txBody>
          <a:bodyPr>
            <a:normAutofit/>
          </a:bodyPr>
          <a:lstStyle/>
          <a:p>
            <a:pPr marL="0" indent="0">
              <a:buNone/>
            </a:pPr>
            <a:r>
              <a:rPr lang="en-US" sz="3200" dirty="0"/>
              <a:t>Course – Computer Graphics</a:t>
            </a:r>
          </a:p>
          <a:p>
            <a:pPr marL="0" indent="0">
              <a:buNone/>
            </a:pPr>
            <a:r>
              <a:rPr lang="en-US" sz="3200" dirty="0"/>
              <a:t>Course Teacher – Aneem Al Ahsan Rupai</a:t>
            </a:r>
          </a:p>
          <a:p>
            <a:pPr marL="0" indent="0">
              <a:buNone/>
            </a:pPr>
            <a:r>
              <a:rPr lang="en-US" sz="3200" dirty="0"/>
              <a:t>Email – </a:t>
            </a:r>
            <a:r>
              <a:rPr lang="en-US" sz="3200" dirty="0">
                <a:hlinkClick r:id="rId2"/>
              </a:rPr>
              <a:t>aneem@aiub.edu</a:t>
            </a:r>
            <a:endParaRPr lang="en-US" sz="3200" dirty="0"/>
          </a:p>
          <a:p>
            <a:pPr marL="0" indent="0">
              <a:buNone/>
            </a:pPr>
            <a:r>
              <a:rPr lang="en-US" sz="3200" dirty="0"/>
              <a:t>Room – DN0225 (D-Building, 2</a:t>
            </a:r>
            <a:r>
              <a:rPr lang="en-US" sz="3200" baseline="30000" dirty="0"/>
              <a:t>nd</a:t>
            </a:r>
            <a:r>
              <a:rPr lang="en-US" sz="3200" dirty="0"/>
              <a:t> Floor)</a:t>
            </a:r>
          </a:p>
          <a:p>
            <a:endParaRPr lang="en-US" sz="3200" dirty="0"/>
          </a:p>
        </p:txBody>
      </p:sp>
    </p:spTree>
    <p:extLst>
      <p:ext uri="{BB962C8B-B14F-4D97-AF65-F5344CB8AC3E}">
        <p14:creationId xmlns:p14="http://schemas.microsoft.com/office/powerpoint/2010/main" val="2614496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D00C-66C4-2336-C4CD-DB3B96A8081A}"/>
              </a:ext>
            </a:extLst>
          </p:cNvPr>
          <p:cNvSpPr>
            <a:spLocks noGrp="1"/>
          </p:cNvSpPr>
          <p:nvPr>
            <p:ph type="title"/>
          </p:nvPr>
        </p:nvSpPr>
        <p:spPr/>
        <p:txBody>
          <a:bodyPr>
            <a:normAutofit/>
          </a:bodyPr>
          <a:lstStyle/>
          <a:p>
            <a:r>
              <a:rPr lang="en-US" sz="3600" dirty="0"/>
              <a:t>Course Assessment Plan</a:t>
            </a:r>
          </a:p>
        </p:txBody>
      </p:sp>
      <p:sp>
        <p:nvSpPr>
          <p:cNvPr id="3" name="Content Placeholder 2">
            <a:extLst>
              <a:ext uri="{FF2B5EF4-FFF2-40B4-BE49-F238E27FC236}">
                <a16:creationId xmlns:a16="http://schemas.microsoft.com/office/drawing/2014/main" id="{26BFB87E-F45A-7F1A-F7EA-1CFC7309BC89}"/>
              </a:ext>
            </a:extLst>
          </p:cNvPr>
          <p:cNvSpPr>
            <a:spLocks noGrp="1"/>
          </p:cNvSpPr>
          <p:nvPr>
            <p:ph sz="half" idx="1"/>
          </p:nvPr>
        </p:nvSpPr>
        <p:spPr/>
        <p:txBody>
          <a:bodyPr/>
          <a:lstStyle/>
          <a:p>
            <a:r>
              <a:rPr lang="en-US" dirty="0"/>
              <a:t>Mid Term – 40%</a:t>
            </a:r>
          </a:p>
          <a:p>
            <a:pPr lvl="1"/>
            <a:r>
              <a:rPr lang="en-US" dirty="0"/>
              <a:t>2 Quizzes</a:t>
            </a:r>
          </a:p>
          <a:p>
            <a:pPr lvl="1"/>
            <a:r>
              <a:rPr lang="en-US" dirty="0"/>
              <a:t>Attendance</a:t>
            </a:r>
          </a:p>
          <a:p>
            <a:pPr lvl="1"/>
            <a:r>
              <a:rPr lang="en-US" dirty="0"/>
              <a:t>Lab Performance</a:t>
            </a:r>
          </a:p>
          <a:p>
            <a:pPr lvl="1"/>
            <a:r>
              <a:rPr lang="en-US" dirty="0"/>
              <a:t>Performance</a:t>
            </a:r>
          </a:p>
          <a:p>
            <a:pPr lvl="1"/>
            <a:r>
              <a:rPr lang="en-US" dirty="0"/>
              <a:t>Mid Term Examination</a:t>
            </a:r>
          </a:p>
        </p:txBody>
      </p:sp>
      <p:sp>
        <p:nvSpPr>
          <p:cNvPr id="4" name="Content Placeholder 3">
            <a:extLst>
              <a:ext uri="{FF2B5EF4-FFF2-40B4-BE49-F238E27FC236}">
                <a16:creationId xmlns:a16="http://schemas.microsoft.com/office/drawing/2014/main" id="{95B8A3DF-EBB5-AA17-0CF3-3F2EBAE77B4E}"/>
              </a:ext>
            </a:extLst>
          </p:cNvPr>
          <p:cNvSpPr>
            <a:spLocks noGrp="1"/>
          </p:cNvSpPr>
          <p:nvPr>
            <p:ph sz="half" idx="2"/>
          </p:nvPr>
        </p:nvSpPr>
        <p:spPr/>
        <p:txBody>
          <a:bodyPr/>
          <a:lstStyle/>
          <a:p>
            <a:r>
              <a:rPr lang="en-US" dirty="0"/>
              <a:t>Final Term – 60%</a:t>
            </a:r>
          </a:p>
          <a:p>
            <a:pPr lvl="1"/>
            <a:r>
              <a:rPr lang="en-US" dirty="0"/>
              <a:t>2 Quizzes</a:t>
            </a:r>
          </a:p>
          <a:p>
            <a:pPr lvl="1"/>
            <a:r>
              <a:rPr lang="en-US" dirty="0"/>
              <a:t>Attendance</a:t>
            </a:r>
          </a:p>
          <a:p>
            <a:pPr lvl="1"/>
            <a:r>
              <a:rPr lang="en-US" dirty="0"/>
              <a:t>Lab Performance</a:t>
            </a:r>
          </a:p>
          <a:p>
            <a:pPr lvl="1"/>
            <a:r>
              <a:rPr lang="en-US" dirty="0"/>
              <a:t>Performance</a:t>
            </a:r>
          </a:p>
          <a:p>
            <a:pPr lvl="1"/>
            <a:r>
              <a:rPr lang="en-US" dirty="0"/>
              <a:t>Project (Replacement of Final Term Examination)</a:t>
            </a:r>
          </a:p>
          <a:p>
            <a:endParaRPr lang="en-US" dirty="0"/>
          </a:p>
        </p:txBody>
      </p:sp>
    </p:spTree>
    <p:extLst>
      <p:ext uri="{BB962C8B-B14F-4D97-AF65-F5344CB8AC3E}">
        <p14:creationId xmlns:p14="http://schemas.microsoft.com/office/powerpoint/2010/main" val="4045136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B2231-72EB-192F-98B0-259B03547CF9}"/>
              </a:ext>
            </a:extLst>
          </p:cNvPr>
          <p:cNvSpPr>
            <a:spLocks noGrp="1"/>
          </p:cNvSpPr>
          <p:nvPr>
            <p:ph type="title"/>
          </p:nvPr>
        </p:nvSpPr>
        <p:spPr/>
        <p:txBody>
          <a:bodyPr>
            <a:normAutofit/>
          </a:bodyPr>
          <a:lstStyle/>
          <a:p>
            <a:r>
              <a:rPr lang="en-US" sz="3600" dirty="0"/>
              <a:t>Rules and Regulations</a:t>
            </a:r>
          </a:p>
        </p:txBody>
      </p:sp>
      <p:sp>
        <p:nvSpPr>
          <p:cNvPr id="3" name="Content Placeholder 2">
            <a:extLst>
              <a:ext uri="{FF2B5EF4-FFF2-40B4-BE49-F238E27FC236}">
                <a16:creationId xmlns:a16="http://schemas.microsoft.com/office/drawing/2014/main" id="{09EB5F65-44AF-AA14-7729-AA7CF270825E}"/>
              </a:ext>
            </a:extLst>
          </p:cNvPr>
          <p:cNvSpPr>
            <a:spLocks noGrp="1"/>
          </p:cNvSpPr>
          <p:nvPr>
            <p:ph sz="half" idx="1"/>
          </p:nvPr>
        </p:nvSpPr>
        <p:spPr/>
        <p:txBody>
          <a:bodyPr>
            <a:normAutofit/>
          </a:bodyPr>
          <a:lstStyle/>
          <a:p>
            <a:pPr marL="0" indent="0">
              <a:buNone/>
            </a:pPr>
            <a:r>
              <a:rPr lang="en-US" sz="2400" dirty="0"/>
              <a:t>Attendance</a:t>
            </a:r>
          </a:p>
          <a:p>
            <a:pPr lvl="1"/>
            <a:r>
              <a:rPr lang="en-US" dirty="0"/>
              <a:t>No attendance once I am done taking attendance</a:t>
            </a:r>
          </a:p>
          <a:p>
            <a:pPr lvl="1"/>
            <a:r>
              <a:rPr lang="en-US" dirty="0"/>
              <a:t>Marked </a:t>
            </a:r>
            <a:r>
              <a:rPr lang="en-US" b="1" dirty="0"/>
              <a:t>absent</a:t>
            </a:r>
            <a:r>
              <a:rPr lang="en-US" dirty="0"/>
              <a:t> for showing up after attendance is given.</a:t>
            </a:r>
          </a:p>
          <a:p>
            <a:pPr lvl="1"/>
            <a:r>
              <a:rPr lang="en-US" dirty="0"/>
              <a:t>Enter within the first 30 minutes. Otherwise, not allowed to enter.</a:t>
            </a:r>
          </a:p>
          <a:p>
            <a:pPr lvl="1"/>
            <a:r>
              <a:rPr lang="en-US" dirty="0">
                <a:solidFill>
                  <a:srgbClr val="FF0000"/>
                </a:solidFill>
              </a:rPr>
              <a:t>UW as a grade if attendance is less than 75% in any term (mid or final)</a:t>
            </a:r>
          </a:p>
          <a:p>
            <a:pPr marL="457200" lvl="1" indent="0">
              <a:buNone/>
            </a:pPr>
            <a:endParaRPr lang="en-US" dirty="0">
              <a:solidFill>
                <a:srgbClr val="FF0000"/>
              </a:solidFill>
            </a:endParaRPr>
          </a:p>
        </p:txBody>
      </p:sp>
      <p:sp>
        <p:nvSpPr>
          <p:cNvPr id="4" name="Content Placeholder 3">
            <a:extLst>
              <a:ext uri="{FF2B5EF4-FFF2-40B4-BE49-F238E27FC236}">
                <a16:creationId xmlns:a16="http://schemas.microsoft.com/office/drawing/2014/main" id="{1C99773E-8276-8D00-52E0-F303E90B096F}"/>
              </a:ext>
            </a:extLst>
          </p:cNvPr>
          <p:cNvSpPr>
            <a:spLocks noGrp="1"/>
          </p:cNvSpPr>
          <p:nvPr>
            <p:ph sz="half" idx="2"/>
          </p:nvPr>
        </p:nvSpPr>
        <p:spPr/>
        <p:txBody>
          <a:bodyPr>
            <a:noAutofit/>
          </a:bodyPr>
          <a:lstStyle/>
          <a:p>
            <a:pPr marL="0" indent="0">
              <a:buNone/>
            </a:pPr>
            <a:r>
              <a:rPr lang="en-US" sz="2400" dirty="0"/>
              <a:t>Quiz</a:t>
            </a:r>
          </a:p>
          <a:p>
            <a:pPr lvl="1"/>
            <a:r>
              <a:rPr lang="en-US" dirty="0"/>
              <a:t>2 quizzes </a:t>
            </a:r>
          </a:p>
          <a:p>
            <a:pPr lvl="1"/>
            <a:r>
              <a:rPr lang="en-US" b="1" dirty="0"/>
              <a:t>No make up quiz.</a:t>
            </a:r>
          </a:p>
          <a:p>
            <a:pPr lvl="1"/>
            <a:r>
              <a:rPr lang="en-US" dirty="0"/>
              <a:t>Do not request me for extra quiz if you attended one.</a:t>
            </a:r>
          </a:p>
          <a:p>
            <a:pPr lvl="1"/>
            <a:r>
              <a:rPr lang="en-US" dirty="0"/>
              <a:t>For two missed quizzes makeup can be scheduled if valid reason verified by document is found.</a:t>
            </a:r>
          </a:p>
          <a:p>
            <a:pPr lvl="1"/>
            <a:r>
              <a:rPr lang="en-US" dirty="0"/>
              <a:t>Makeup quiz must be completed before the examination week for both terms (Mid and Final). After that no exam</a:t>
            </a:r>
          </a:p>
        </p:txBody>
      </p:sp>
    </p:spTree>
    <p:extLst>
      <p:ext uri="{BB962C8B-B14F-4D97-AF65-F5344CB8AC3E}">
        <p14:creationId xmlns:p14="http://schemas.microsoft.com/office/powerpoint/2010/main" val="8727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8A87-94A6-C451-6EE3-059F5F7A13A3}"/>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Rules and Regulations (Cont.)</a:t>
            </a:r>
            <a:endParaRPr lang="en-US" dirty="0"/>
          </a:p>
        </p:txBody>
      </p:sp>
      <p:sp>
        <p:nvSpPr>
          <p:cNvPr id="3" name="Content Placeholder 2">
            <a:extLst>
              <a:ext uri="{FF2B5EF4-FFF2-40B4-BE49-F238E27FC236}">
                <a16:creationId xmlns:a16="http://schemas.microsoft.com/office/drawing/2014/main" id="{FA3E213E-EE17-364E-FF92-D0272BC37402}"/>
              </a:ext>
            </a:extLst>
          </p:cNvPr>
          <p:cNvSpPr>
            <a:spLocks noGrp="1"/>
          </p:cNvSpPr>
          <p:nvPr>
            <p:ph sz="half" idx="1"/>
          </p:nvPr>
        </p:nvSpPr>
        <p:spPr/>
        <p:txBody>
          <a:bodyPr/>
          <a:lstStyle/>
          <a:p>
            <a:pPr marL="0" indent="0">
              <a:buNone/>
            </a:pPr>
            <a:r>
              <a:rPr lang="en-US" dirty="0"/>
              <a:t>Set-B only allowed</a:t>
            </a:r>
          </a:p>
          <a:p>
            <a:pPr lvl="1"/>
            <a:r>
              <a:rPr lang="en-US" dirty="0"/>
              <a:t>Clash examination.</a:t>
            </a:r>
          </a:p>
          <a:p>
            <a:pPr lvl="1"/>
            <a:r>
              <a:rPr lang="en-US" dirty="0"/>
              <a:t>3 examinations in one day.</a:t>
            </a:r>
          </a:p>
          <a:p>
            <a:pPr lvl="1"/>
            <a:r>
              <a:rPr lang="en-US" dirty="0"/>
              <a:t>Legitimate reason (With documents).</a:t>
            </a:r>
          </a:p>
          <a:p>
            <a:pPr lvl="1"/>
            <a:r>
              <a:rPr lang="en-US" dirty="0"/>
              <a:t>Use the new form (not the old one).</a:t>
            </a:r>
          </a:p>
          <a:p>
            <a:pPr lvl="1"/>
            <a:r>
              <a:rPr lang="en-US" dirty="0">
                <a:solidFill>
                  <a:srgbClr val="FF0000"/>
                </a:solidFill>
              </a:rPr>
              <a:t>Fine in case of illegitimate reason</a:t>
            </a:r>
          </a:p>
          <a:p>
            <a:pPr lvl="1"/>
            <a:r>
              <a:rPr lang="en-US" dirty="0">
                <a:solidFill>
                  <a:srgbClr val="FF0000"/>
                </a:solidFill>
              </a:rPr>
              <a:t>Possibility of clash in Set-B.</a:t>
            </a:r>
          </a:p>
          <a:p>
            <a:pPr lvl="1"/>
            <a:r>
              <a:rPr lang="en-US" dirty="0"/>
              <a:t>No Set-C exam</a:t>
            </a:r>
          </a:p>
        </p:txBody>
      </p:sp>
      <p:sp>
        <p:nvSpPr>
          <p:cNvPr id="4" name="Content Placeholder 3">
            <a:extLst>
              <a:ext uri="{FF2B5EF4-FFF2-40B4-BE49-F238E27FC236}">
                <a16:creationId xmlns:a16="http://schemas.microsoft.com/office/drawing/2014/main" id="{CAAF211C-FE5E-6DCC-F328-27D9449593CB}"/>
              </a:ext>
            </a:extLst>
          </p:cNvPr>
          <p:cNvSpPr>
            <a:spLocks noGrp="1"/>
          </p:cNvSpPr>
          <p:nvPr>
            <p:ph sz="half" idx="2"/>
          </p:nvPr>
        </p:nvSpPr>
        <p:spPr/>
        <p:txBody>
          <a:bodyPr/>
          <a:lstStyle/>
          <a:p>
            <a:pPr marL="0" indent="0">
              <a:buNone/>
            </a:pPr>
            <a:r>
              <a:rPr lang="en-US" dirty="0"/>
              <a:t> Submission</a:t>
            </a:r>
          </a:p>
          <a:p>
            <a:pPr lvl="1"/>
            <a:r>
              <a:rPr lang="en-US" dirty="0"/>
              <a:t>Time given for submission.</a:t>
            </a:r>
          </a:p>
          <a:p>
            <a:pPr lvl="1"/>
            <a:r>
              <a:rPr lang="en-US" dirty="0"/>
              <a:t>No submission after stipulated time.</a:t>
            </a:r>
          </a:p>
          <a:p>
            <a:pPr lvl="1"/>
            <a:r>
              <a:rPr lang="en-US" dirty="0"/>
              <a:t>No request for time extension will be entertained.</a:t>
            </a:r>
          </a:p>
          <a:p>
            <a:pPr marL="457200" lvl="1" indent="0">
              <a:buNone/>
            </a:pPr>
            <a:endParaRPr lang="en-US" dirty="0"/>
          </a:p>
        </p:txBody>
      </p:sp>
    </p:spTree>
    <p:extLst>
      <p:ext uri="{BB962C8B-B14F-4D97-AF65-F5344CB8AC3E}">
        <p14:creationId xmlns:p14="http://schemas.microsoft.com/office/powerpoint/2010/main" val="1724549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3EE8-2F08-9B6C-1A4B-5C064C0C9749}"/>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Rules and Regulations (Cont.)</a:t>
            </a:r>
            <a:endParaRPr lang="en-US" dirty="0"/>
          </a:p>
        </p:txBody>
      </p:sp>
      <p:sp>
        <p:nvSpPr>
          <p:cNvPr id="3" name="Content Placeholder 2">
            <a:extLst>
              <a:ext uri="{FF2B5EF4-FFF2-40B4-BE49-F238E27FC236}">
                <a16:creationId xmlns:a16="http://schemas.microsoft.com/office/drawing/2014/main" id="{CF7C1359-9173-7157-A250-09E91F05A7AD}"/>
              </a:ext>
            </a:extLst>
          </p:cNvPr>
          <p:cNvSpPr>
            <a:spLocks noGrp="1"/>
          </p:cNvSpPr>
          <p:nvPr>
            <p:ph sz="half" idx="1"/>
          </p:nvPr>
        </p:nvSpPr>
        <p:spPr/>
        <p:txBody>
          <a:bodyPr/>
          <a:lstStyle/>
          <a:p>
            <a:pPr marL="0" indent="0">
              <a:buNone/>
            </a:pPr>
            <a:r>
              <a:rPr lang="en-US" dirty="0"/>
              <a:t>OBE</a:t>
            </a:r>
          </a:p>
          <a:p>
            <a:pPr lvl="1"/>
            <a:r>
              <a:rPr lang="en-US" dirty="0"/>
              <a:t>Must attend OBE assessments.</a:t>
            </a:r>
          </a:p>
          <a:p>
            <a:pPr lvl="1"/>
            <a:r>
              <a:rPr lang="en-US" dirty="0"/>
              <a:t>No makeup for OBE.</a:t>
            </a:r>
          </a:p>
          <a:p>
            <a:pPr lvl="1"/>
            <a:r>
              <a:rPr lang="en-US" dirty="0"/>
              <a:t>Make sure to prepare well for OBE assessments.</a:t>
            </a:r>
          </a:p>
          <a:p>
            <a:pPr lvl="1"/>
            <a:r>
              <a:rPr lang="en-US" dirty="0"/>
              <a:t>COs: CO2, CO4 and CO5</a:t>
            </a:r>
          </a:p>
        </p:txBody>
      </p:sp>
      <p:sp>
        <p:nvSpPr>
          <p:cNvPr id="4" name="Content Placeholder 3">
            <a:extLst>
              <a:ext uri="{FF2B5EF4-FFF2-40B4-BE49-F238E27FC236}">
                <a16:creationId xmlns:a16="http://schemas.microsoft.com/office/drawing/2014/main" id="{BF8CAD59-6016-1D75-3781-414F20F90CAB}"/>
              </a:ext>
            </a:extLst>
          </p:cNvPr>
          <p:cNvSpPr>
            <a:spLocks noGrp="1"/>
          </p:cNvSpPr>
          <p:nvPr>
            <p:ph sz="half" idx="2"/>
          </p:nvPr>
        </p:nvSpPr>
        <p:spPr/>
        <p:txBody>
          <a:bodyPr/>
          <a:lstStyle/>
          <a:p>
            <a:pPr marL="0" indent="0">
              <a:buNone/>
            </a:pPr>
            <a:r>
              <a:rPr lang="en-US" dirty="0"/>
              <a:t>Communication</a:t>
            </a:r>
          </a:p>
          <a:p>
            <a:pPr lvl="1"/>
            <a:r>
              <a:rPr lang="en-US" dirty="0"/>
              <a:t>At my room during consulting hours.</a:t>
            </a:r>
          </a:p>
          <a:p>
            <a:pPr lvl="1"/>
            <a:r>
              <a:rPr lang="en-US" dirty="0"/>
              <a:t>Through Teams ONLY in formal approach between 9AM-4PM during weekdays.</a:t>
            </a:r>
          </a:p>
          <a:p>
            <a:pPr lvl="1"/>
            <a:r>
              <a:rPr lang="en-US" dirty="0"/>
              <a:t>No online communication during weekends and holidays either through text or email.</a:t>
            </a:r>
          </a:p>
          <a:p>
            <a:endParaRPr lang="en-US" dirty="0"/>
          </a:p>
        </p:txBody>
      </p:sp>
    </p:spTree>
    <p:extLst>
      <p:ext uri="{BB962C8B-B14F-4D97-AF65-F5344CB8AC3E}">
        <p14:creationId xmlns:p14="http://schemas.microsoft.com/office/powerpoint/2010/main" val="225222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3EE8-2F08-9B6C-1A4B-5C064C0C9749}"/>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Rules and Regulations (Cont.)</a:t>
            </a:r>
            <a:endParaRPr lang="en-US" dirty="0"/>
          </a:p>
        </p:txBody>
      </p:sp>
      <p:sp>
        <p:nvSpPr>
          <p:cNvPr id="3" name="Content Placeholder 2">
            <a:extLst>
              <a:ext uri="{FF2B5EF4-FFF2-40B4-BE49-F238E27FC236}">
                <a16:creationId xmlns:a16="http://schemas.microsoft.com/office/drawing/2014/main" id="{CF7C1359-9173-7157-A250-09E91F05A7AD}"/>
              </a:ext>
            </a:extLst>
          </p:cNvPr>
          <p:cNvSpPr>
            <a:spLocks noGrp="1"/>
          </p:cNvSpPr>
          <p:nvPr>
            <p:ph idx="1"/>
          </p:nvPr>
        </p:nvSpPr>
        <p:spPr/>
        <p:txBody>
          <a:bodyPr/>
          <a:lstStyle/>
          <a:p>
            <a:r>
              <a:rPr lang="en-US" dirty="0"/>
              <a:t>Grades</a:t>
            </a:r>
          </a:p>
          <a:p>
            <a:pPr lvl="1"/>
            <a:r>
              <a:rPr lang="en-US" dirty="0"/>
              <a:t>Visit here -&gt; </a:t>
            </a:r>
            <a:r>
              <a:rPr lang="en-US" dirty="0">
                <a:hlinkClick r:id="rId2"/>
              </a:rPr>
              <a:t>https://www.aiub.edu/academic-regulations</a:t>
            </a:r>
            <a:endParaRPr lang="en-US" dirty="0"/>
          </a:p>
          <a:p>
            <a:pPr lvl="1"/>
            <a:r>
              <a:rPr lang="en-US" b="1" dirty="0">
                <a:solidFill>
                  <a:srgbClr val="FF0000"/>
                </a:solidFill>
              </a:rPr>
              <a:t>Grade I</a:t>
            </a:r>
            <a:r>
              <a:rPr lang="en-US" dirty="0">
                <a:solidFill>
                  <a:srgbClr val="FF0000"/>
                </a:solidFill>
              </a:rPr>
              <a:t>: Incomplete Assessment. Meet me immediately for evaluation.</a:t>
            </a:r>
          </a:p>
          <a:p>
            <a:pPr lvl="1"/>
            <a:r>
              <a:rPr lang="en-US" b="1" dirty="0">
                <a:solidFill>
                  <a:srgbClr val="FF0000"/>
                </a:solidFill>
              </a:rPr>
              <a:t>Grade UW</a:t>
            </a:r>
            <a:r>
              <a:rPr lang="en-US" dirty="0">
                <a:solidFill>
                  <a:srgbClr val="FF0000"/>
                </a:solidFill>
              </a:rPr>
              <a:t>: Not present in 75% of the classes (University Policy).</a:t>
            </a:r>
          </a:p>
          <a:p>
            <a:pPr lvl="1"/>
            <a:r>
              <a:rPr lang="en-US" b="1" dirty="0">
                <a:solidFill>
                  <a:srgbClr val="FF0000"/>
                </a:solidFill>
              </a:rPr>
              <a:t>Grade F</a:t>
            </a:r>
            <a:r>
              <a:rPr lang="en-US" dirty="0">
                <a:solidFill>
                  <a:srgbClr val="FF0000"/>
                </a:solidFill>
              </a:rPr>
              <a:t>: No UW will be given.</a:t>
            </a:r>
          </a:p>
          <a:p>
            <a:pPr lvl="1"/>
            <a:r>
              <a:rPr lang="en-US" dirty="0"/>
              <a:t>You must inform me about any queries/request within given time through notice after the grades are published. No grade change will be done after this time.</a:t>
            </a:r>
          </a:p>
          <a:p>
            <a:pPr lvl="1"/>
            <a:r>
              <a:rPr lang="en-US" dirty="0"/>
              <a:t>Queries/Request must not be made for bonus marks. You are strictly prohibited to do this. Texts or emails for bonus will be ignored.</a:t>
            </a:r>
          </a:p>
          <a:p>
            <a:pPr lvl="1"/>
            <a:endParaRPr lang="en-US" dirty="0"/>
          </a:p>
        </p:txBody>
      </p:sp>
    </p:spTree>
    <p:extLst>
      <p:ext uri="{BB962C8B-B14F-4D97-AF65-F5344CB8AC3E}">
        <p14:creationId xmlns:p14="http://schemas.microsoft.com/office/powerpoint/2010/main" val="3807266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6B1D-99C2-AA98-4852-21D093AB66F9}"/>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Rules and Regulations (Cont.)</a:t>
            </a:r>
            <a:endParaRPr lang="en-US" dirty="0"/>
          </a:p>
        </p:txBody>
      </p:sp>
      <p:sp>
        <p:nvSpPr>
          <p:cNvPr id="3" name="Content Placeholder 2">
            <a:extLst>
              <a:ext uri="{FF2B5EF4-FFF2-40B4-BE49-F238E27FC236}">
                <a16:creationId xmlns:a16="http://schemas.microsoft.com/office/drawing/2014/main" id="{C424CA8F-50A4-0ED7-01AD-F9AE08ABB8F4}"/>
              </a:ext>
            </a:extLst>
          </p:cNvPr>
          <p:cNvSpPr>
            <a:spLocks noGrp="1"/>
          </p:cNvSpPr>
          <p:nvPr>
            <p:ph idx="1"/>
          </p:nvPr>
        </p:nvSpPr>
        <p:spPr/>
        <p:txBody>
          <a:bodyPr/>
          <a:lstStyle/>
          <a:p>
            <a:pPr marL="0" indent="0">
              <a:buNone/>
            </a:pPr>
            <a:r>
              <a:rPr lang="en-US" dirty="0"/>
              <a:t>Drop Request</a:t>
            </a:r>
          </a:p>
          <a:p>
            <a:pPr lvl="1"/>
            <a:r>
              <a:rPr lang="en-US" dirty="0"/>
              <a:t>Must be done within the given time for queries/request after publishing the grades.</a:t>
            </a:r>
          </a:p>
          <a:p>
            <a:pPr lvl="1"/>
            <a:r>
              <a:rPr lang="en-US" dirty="0"/>
              <a:t>Drop must be done before Mid Term exam. After that no drop will be processed.</a:t>
            </a:r>
          </a:p>
        </p:txBody>
      </p:sp>
    </p:spTree>
    <p:extLst>
      <p:ext uri="{BB962C8B-B14F-4D97-AF65-F5344CB8AC3E}">
        <p14:creationId xmlns:p14="http://schemas.microsoft.com/office/powerpoint/2010/main" val="407010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6B1D-99C2-AA98-4852-21D093AB66F9}"/>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Rules and Regulations (Cont.)</a:t>
            </a:r>
            <a:endParaRPr lang="en-US" dirty="0"/>
          </a:p>
        </p:txBody>
      </p:sp>
      <p:sp>
        <p:nvSpPr>
          <p:cNvPr id="3" name="Content Placeholder 2">
            <a:extLst>
              <a:ext uri="{FF2B5EF4-FFF2-40B4-BE49-F238E27FC236}">
                <a16:creationId xmlns:a16="http://schemas.microsoft.com/office/drawing/2014/main" id="{C424CA8F-50A4-0ED7-01AD-F9AE08ABB8F4}"/>
              </a:ext>
            </a:extLst>
          </p:cNvPr>
          <p:cNvSpPr>
            <a:spLocks noGrp="1"/>
          </p:cNvSpPr>
          <p:nvPr>
            <p:ph idx="1"/>
          </p:nvPr>
        </p:nvSpPr>
        <p:spPr/>
        <p:txBody>
          <a:bodyPr/>
          <a:lstStyle/>
          <a:p>
            <a:r>
              <a:rPr lang="en-US" dirty="0"/>
              <a:t>Project Group</a:t>
            </a:r>
          </a:p>
          <a:p>
            <a:pPr lvl="1"/>
            <a:r>
              <a:rPr lang="en-US" dirty="0"/>
              <a:t>3-4 persons in one group.</a:t>
            </a:r>
          </a:p>
          <a:p>
            <a:pPr lvl="1"/>
            <a:r>
              <a:rPr lang="en-US" dirty="0"/>
              <a:t>Must be formed by students.</a:t>
            </a:r>
          </a:p>
          <a:p>
            <a:pPr lvl="1"/>
            <a:r>
              <a:rPr lang="en-US" dirty="0"/>
              <a:t>Any internal issues within the group must be solved by the members.</a:t>
            </a:r>
          </a:p>
          <a:p>
            <a:pPr lvl="1"/>
            <a:r>
              <a:rPr lang="en-US" dirty="0"/>
              <a:t>Task must be evenly distributed among the group members.</a:t>
            </a:r>
          </a:p>
          <a:p>
            <a:pPr lvl="1"/>
            <a:r>
              <a:rPr lang="en-US" dirty="0"/>
              <a:t>You cannot change your group once made.</a:t>
            </a:r>
          </a:p>
        </p:txBody>
      </p:sp>
    </p:spTree>
    <p:extLst>
      <p:ext uri="{BB962C8B-B14F-4D97-AF65-F5344CB8AC3E}">
        <p14:creationId xmlns:p14="http://schemas.microsoft.com/office/powerpoint/2010/main" val="2489362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CA2D2A-EC10-39A6-0D8E-60018F316014}"/>
              </a:ext>
            </a:extLst>
          </p:cNvPr>
          <p:cNvSpPr>
            <a:spLocks noGrp="1"/>
          </p:cNvSpPr>
          <p:nvPr>
            <p:ph type="title"/>
          </p:nvPr>
        </p:nvSpPr>
        <p:spPr/>
        <p:txBody>
          <a:bodyPr>
            <a:normAutofit/>
          </a:bodyPr>
          <a:lstStyle/>
          <a:p>
            <a:r>
              <a:rPr lang="en-US" sz="3600" dirty="0"/>
              <a:t>Information</a:t>
            </a:r>
          </a:p>
        </p:txBody>
      </p:sp>
      <p:sp>
        <p:nvSpPr>
          <p:cNvPr id="6" name="Content Placeholder 5">
            <a:extLst>
              <a:ext uri="{FF2B5EF4-FFF2-40B4-BE49-F238E27FC236}">
                <a16:creationId xmlns:a16="http://schemas.microsoft.com/office/drawing/2014/main" id="{D1C4B517-0C7D-FA03-9852-864FC1D85C38}"/>
              </a:ext>
            </a:extLst>
          </p:cNvPr>
          <p:cNvSpPr>
            <a:spLocks noGrp="1"/>
          </p:cNvSpPr>
          <p:nvPr>
            <p:ph idx="1"/>
          </p:nvPr>
        </p:nvSpPr>
        <p:spPr/>
        <p:txBody>
          <a:bodyPr>
            <a:normAutofit/>
          </a:bodyPr>
          <a:lstStyle/>
          <a:p>
            <a:r>
              <a:rPr lang="en-US" sz="2400" dirty="0"/>
              <a:t>Slides available.</a:t>
            </a:r>
          </a:p>
          <a:p>
            <a:r>
              <a:rPr lang="en-US" sz="2400" dirty="0"/>
              <a:t>Use other source in class.</a:t>
            </a:r>
          </a:p>
          <a:p>
            <a:r>
              <a:rPr lang="en-US" sz="2400" dirty="0"/>
              <a:t>Better to also look into books and internet for understanding (</a:t>
            </a:r>
            <a:r>
              <a:rPr lang="en-US" sz="2400" b="1" dirty="0"/>
              <a:t>Not just slides</a:t>
            </a:r>
            <a:r>
              <a:rPr lang="en-US" sz="2400" dirty="0"/>
              <a:t>).</a:t>
            </a:r>
          </a:p>
          <a:p>
            <a:r>
              <a:rPr lang="en-US" sz="2400" dirty="0"/>
              <a:t>Basic codes will be given.</a:t>
            </a:r>
          </a:p>
          <a:p>
            <a:r>
              <a:rPr lang="en-US" sz="2400" dirty="0"/>
              <a:t>Resources usually uploaded in Portal (VUES).</a:t>
            </a:r>
          </a:p>
          <a:p>
            <a:r>
              <a:rPr lang="en-US" sz="2400" dirty="0"/>
              <a:t>Check Teams/Notice 15 minutes before coming to class.</a:t>
            </a:r>
          </a:p>
        </p:txBody>
      </p:sp>
    </p:spTree>
    <p:extLst>
      <p:ext uri="{BB962C8B-B14F-4D97-AF65-F5344CB8AC3E}">
        <p14:creationId xmlns:p14="http://schemas.microsoft.com/office/powerpoint/2010/main" val="3397421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10B4E-468C-1F65-5374-E1E0D6F774F7}"/>
              </a:ext>
            </a:extLst>
          </p:cNvPr>
          <p:cNvSpPr>
            <a:spLocks noGrp="1"/>
          </p:cNvSpPr>
          <p:nvPr>
            <p:ph type="title"/>
          </p:nvPr>
        </p:nvSpPr>
        <p:spPr/>
        <p:txBody>
          <a:bodyPr>
            <a:normAutofit/>
          </a:bodyPr>
          <a:lstStyle/>
          <a:p>
            <a:r>
              <a:rPr lang="en-US" sz="3600" dirty="0"/>
              <a:t>History of Computer Graphics</a:t>
            </a:r>
          </a:p>
        </p:txBody>
      </p:sp>
      <p:sp>
        <p:nvSpPr>
          <p:cNvPr id="3" name="Content Placeholder 2">
            <a:extLst>
              <a:ext uri="{FF2B5EF4-FFF2-40B4-BE49-F238E27FC236}">
                <a16:creationId xmlns:a16="http://schemas.microsoft.com/office/drawing/2014/main" id="{A3509DEA-7D5D-5B14-CD60-4689F2809C4B}"/>
              </a:ext>
            </a:extLst>
          </p:cNvPr>
          <p:cNvSpPr>
            <a:spLocks noGrp="1"/>
          </p:cNvSpPr>
          <p:nvPr>
            <p:ph idx="1"/>
          </p:nvPr>
        </p:nvSpPr>
        <p:spPr/>
        <p:txBody>
          <a:bodyPr>
            <a:normAutofit/>
          </a:bodyPr>
          <a:lstStyle/>
          <a:p>
            <a:pPr marL="0" indent="0">
              <a:buNone/>
            </a:pPr>
            <a:r>
              <a:rPr lang="en-US" sz="2400" b="1" dirty="0"/>
              <a:t>1940s–1950s: The Birth of Computer Graphics</a:t>
            </a:r>
          </a:p>
          <a:p>
            <a:pPr marL="0" indent="0">
              <a:buNone/>
            </a:pPr>
            <a:r>
              <a:rPr lang="en-US" sz="2400" dirty="0"/>
              <a:t>Early computers used displays to show basic information using lines and dots. There were no images, just text or simple symbols. This was similar to something the radar showed in World War 2.</a:t>
            </a:r>
          </a:p>
          <a:p>
            <a:pPr marL="0" indent="0">
              <a:buNone/>
            </a:pPr>
            <a:endParaRPr lang="en-US" sz="2400" dirty="0"/>
          </a:p>
          <a:p>
            <a:pPr marL="0" indent="0">
              <a:buNone/>
            </a:pPr>
            <a:r>
              <a:rPr lang="en-US" sz="2400" b="1" dirty="0"/>
              <a:t>1960s: First Steps Toward Graphics</a:t>
            </a:r>
          </a:p>
          <a:p>
            <a:pPr marL="0" indent="0">
              <a:buNone/>
            </a:pPr>
            <a:r>
              <a:rPr lang="en-US" sz="2400" dirty="0"/>
              <a:t>Think of a digital whiteboard where you can draw using a stylus. Ivan Sutherland’s </a:t>
            </a:r>
            <a:r>
              <a:rPr lang="en-US" sz="2400" b="1" dirty="0"/>
              <a:t>Sketchpad (1963)</a:t>
            </a:r>
            <a:r>
              <a:rPr lang="en-US" sz="2400" dirty="0"/>
              <a:t> allowed people to draw directly on a computer screen for the first time. This was a huge step towards modern design software like Photoshop.</a:t>
            </a:r>
          </a:p>
        </p:txBody>
      </p:sp>
    </p:spTree>
    <p:extLst>
      <p:ext uri="{BB962C8B-B14F-4D97-AF65-F5344CB8AC3E}">
        <p14:creationId xmlns:p14="http://schemas.microsoft.com/office/powerpoint/2010/main" val="1422853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9062F-465D-E606-79CD-A149CE963FCD}"/>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History of Computer Graphics (Cont.)</a:t>
            </a:r>
            <a:endParaRPr lang="en-US" dirty="0"/>
          </a:p>
        </p:txBody>
      </p:sp>
      <p:sp>
        <p:nvSpPr>
          <p:cNvPr id="3" name="Content Placeholder 2">
            <a:extLst>
              <a:ext uri="{FF2B5EF4-FFF2-40B4-BE49-F238E27FC236}">
                <a16:creationId xmlns:a16="http://schemas.microsoft.com/office/drawing/2014/main" id="{EF9FAFE1-7EF6-BF6D-C652-D47CC874D6B1}"/>
              </a:ext>
            </a:extLst>
          </p:cNvPr>
          <p:cNvSpPr>
            <a:spLocks noGrp="1"/>
          </p:cNvSpPr>
          <p:nvPr>
            <p:ph idx="1"/>
          </p:nvPr>
        </p:nvSpPr>
        <p:spPr/>
        <p:txBody>
          <a:bodyPr>
            <a:normAutofit/>
          </a:bodyPr>
          <a:lstStyle/>
          <a:p>
            <a:pPr marL="0" indent="0">
              <a:buNone/>
            </a:pPr>
            <a:r>
              <a:rPr lang="en-US" sz="2400" b="1" dirty="0"/>
              <a:t>1970s - The First 3D Image:</a:t>
            </a:r>
          </a:p>
          <a:p>
            <a:pPr marL="0" indent="0">
              <a:buNone/>
            </a:pPr>
            <a:r>
              <a:rPr lang="en-US" sz="2400" dirty="0"/>
              <a:t>Before this, everything was just flat drawings on a screen. In the 1970s, researchers started creating 3D models. Imagine designing a toy car on a computer, but instead of just a flat picture, you could see all its sides by rotating it. The famous </a:t>
            </a:r>
            <a:r>
              <a:rPr lang="en-US" sz="2400" b="1" dirty="0"/>
              <a:t>Utah Teapot (1975)</a:t>
            </a:r>
            <a:r>
              <a:rPr lang="en-US" sz="2400" dirty="0"/>
              <a:t> was one of the first 3D models used in research.</a:t>
            </a:r>
          </a:p>
          <a:p>
            <a:pPr marL="0" indent="0">
              <a:buNone/>
            </a:pPr>
            <a:endParaRPr lang="en-US" sz="2400" dirty="0"/>
          </a:p>
          <a:p>
            <a:pPr marL="0" indent="0">
              <a:buNone/>
            </a:pPr>
            <a:r>
              <a:rPr lang="en-US" sz="2400" b="1" dirty="0"/>
              <a:t>1980s: First Use in Movies:</a:t>
            </a:r>
          </a:p>
          <a:p>
            <a:pPr marL="0" indent="0">
              <a:buNone/>
            </a:pPr>
            <a:r>
              <a:rPr lang="en-US" sz="2400" dirty="0"/>
              <a:t>Have you seen the movie </a:t>
            </a:r>
            <a:r>
              <a:rPr lang="en-US" sz="2400" i="1" dirty="0"/>
              <a:t>Tron (1982)</a:t>
            </a:r>
            <a:r>
              <a:rPr lang="en-US" sz="2400" dirty="0"/>
              <a:t>? It was one of the first films to use computer-generated images (CGI). During this time, graphics improved enough to make digital animations that could be used in Hollywood movies.</a:t>
            </a:r>
          </a:p>
          <a:p>
            <a:pPr marL="0" indent="0">
              <a:buNone/>
            </a:pPr>
            <a:endParaRPr lang="en-US" sz="2400" dirty="0"/>
          </a:p>
        </p:txBody>
      </p:sp>
    </p:spTree>
    <p:extLst>
      <p:ext uri="{BB962C8B-B14F-4D97-AF65-F5344CB8AC3E}">
        <p14:creationId xmlns:p14="http://schemas.microsoft.com/office/powerpoint/2010/main" val="2735114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70CB-4F3A-A572-6FEE-D87ED289842E}"/>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History of Computer Graphics (Cont.)</a:t>
            </a:r>
            <a:endParaRPr lang="en-US" dirty="0"/>
          </a:p>
        </p:txBody>
      </p:sp>
      <p:sp>
        <p:nvSpPr>
          <p:cNvPr id="3" name="Content Placeholder 2">
            <a:extLst>
              <a:ext uri="{FF2B5EF4-FFF2-40B4-BE49-F238E27FC236}">
                <a16:creationId xmlns:a16="http://schemas.microsoft.com/office/drawing/2014/main" id="{8185FB19-10D3-B813-7246-CC69A439DD67}"/>
              </a:ext>
            </a:extLst>
          </p:cNvPr>
          <p:cNvSpPr>
            <a:spLocks noGrp="1"/>
          </p:cNvSpPr>
          <p:nvPr>
            <p:ph idx="1"/>
          </p:nvPr>
        </p:nvSpPr>
        <p:spPr/>
        <p:txBody>
          <a:bodyPr>
            <a:normAutofit/>
          </a:bodyPr>
          <a:lstStyle/>
          <a:p>
            <a:pPr marL="0" indent="0">
              <a:buNone/>
            </a:pPr>
            <a:r>
              <a:rPr lang="en-US" sz="2400" b="1" dirty="0"/>
              <a:t>1990s: The Birth of 3D Games and Animated Films</a:t>
            </a:r>
          </a:p>
          <a:p>
            <a:pPr marL="0" indent="0">
              <a:buNone/>
            </a:pPr>
            <a:r>
              <a:rPr lang="en-US" sz="2400" dirty="0"/>
              <a:t>Imagine playing an old-school 2D game like </a:t>
            </a:r>
            <a:r>
              <a:rPr lang="en-US" sz="2400" i="1" dirty="0"/>
              <a:t>Super Mario Bros. (1985)</a:t>
            </a:r>
            <a:r>
              <a:rPr lang="en-US" sz="2400" dirty="0"/>
              <a:t> and then suddenly getting a full 3D world in </a:t>
            </a:r>
            <a:r>
              <a:rPr lang="en-US" sz="2400" i="1" dirty="0"/>
              <a:t>Super Mario 64 (1996)</a:t>
            </a:r>
            <a:r>
              <a:rPr lang="en-US" sz="2400" dirty="0"/>
              <a:t>. This was a major breakthrough, thanks to better graphics and 3D acceleration technology.</a:t>
            </a:r>
          </a:p>
          <a:p>
            <a:pPr marL="0" indent="0">
              <a:buNone/>
            </a:pPr>
            <a:r>
              <a:rPr lang="en-US" sz="2400" dirty="0"/>
              <a:t>Before </a:t>
            </a:r>
            <a:r>
              <a:rPr lang="en-US" sz="2400" i="1" dirty="0"/>
              <a:t>Toy Story (1995)</a:t>
            </a:r>
            <a:r>
              <a:rPr lang="en-US" sz="2400" dirty="0"/>
              <a:t>, all animated movies were drawn by hand (like Disney’s </a:t>
            </a:r>
            <a:r>
              <a:rPr lang="en-US" sz="2400" i="1" dirty="0"/>
              <a:t>The Lion King</a:t>
            </a:r>
            <a:r>
              <a:rPr lang="en-US" sz="2400" dirty="0"/>
              <a:t>). But </a:t>
            </a:r>
            <a:r>
              <a:rPr lang="en-US" sz="2400" i="1" dirty="0"/>
              <a:t>Toy Story</a:t>
            </a:r>
            <a:r>
              <a:rPr lang="en-US" sz="2400" dirty="0"/>
              <a:t> was the first full-length film made entirely with computer graphics, marking a revolution in animation.</a:t>
            </a:r>
          </a:p>
        </p:txBody>
      </p:sp>
    </p:spTree>
    <p:extLst>
      <p:ext uri="{BB962C8B-B14F-4D97-AF65-F5344CB8AC3E}">
        <p14:creationId xmlns:p14="http://schemas.microsoft.com/office/powerpoint/2010/main" val="2670548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1371D-A240-0D05-F38A-D074902E3B13}"/>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History of Computer Graphics (Cont.)</a:t>
            </a:r>
            <a:endParaRPr lang="en-US" dirty="0"/>
          </a:p>
        </p:txBody>
      </p:sp>
      <p:sp>
        <p:nvSpPr>
          <p:cNvPr id="3" name="Content Placeholder 2">
            <a:extLst>
              <a:ext uri="{FF2B5EF4-FFF2-40B4-BE49-F238E27FC236}">
                <a16:creationId xmlns:a16="http://schemas.microsoft.com/office/drawing/2014/main" id="{F9647C57-AC8A-9DF3-41DB-9E1ED66E8ECB}"/>
              </a:ext>
            </a:extLst>
          </p:cNvPr>
          <p:cNvSpPr>
            <a:spLocks noGrp="1"/>
          </p:cNvSpPr>
          <p:nvPr>
            <p:ph idx="1"/>
          </p:nvPr>
        </p:nvSpPr>
        <p:spPr/>
        <p:txBody>
          <a:bodyPr/>
          <a:lstStyle/>
          <a:p>
            <a:pPr marL="0" indent="0">
              <a:buNone/>
            </a:pPr>
            <a:r>
              <a:rPr lang="en-US" sz="2400" b="1" dirty="0"/>
              <a:t>2000s: Realism in Games and Movies</a:t>
            </a:r>
          </a:p>
          <a:p>
            <a:pPr marL="0" indent="0">
              <a:buNone/>
            </a:pPr>
            <a:r>
              <a:rPr lang="en-US" sz="2400" dirty="0"/>
              <a:t>If you compare an old video game like </a:t>
            </a:r>
            <a:r>
              <a:rPr lang="en-US" sz="2400" i="1" dirty="0"/>
              <a:t>Grand Theft Auto: Vice City (2002)</a:t>
            </a:r>
            <a:r>
              <a:rPr lang="en-US" sz="2400" dirty="0"/>
              <a:t> with </a:t>
            </a:r>
            <a:r>
              <a:rPr lang="en-US" sz="2400" i="1" dirty="0"/>
              <a:t>GTA V (2013)</a:t>
            </a:r>
            <a:r>
              <a:rPr lang="en-US" sz="2400" dirty="0"/>
              <a:t>, you’ll see how graphics became more detailed, realistic, and immersive. This was due to powerful graphics processors (GPUs) and improved rendering techniques.</a:t>
            </a:r>
          </a:p>
          <a:p>
            <a:pPr marL="0" indent="0">
              <a:buNone/>
            </a:pPr>
            <a:r>
              <a:rPr lang="en-US" sz="2400" dirty="0"/>
              <a:t>Movies like </a:t>
            </a:r>
            <a:r>
              <a:rPr lang="en-US" sz="2400" i="1" dirty="0"/>
              <a:t>Avatar (2009)</a:t>
            </a:r>
            <a:r>
              <a:rPr lang="en-US" sz="2400" dirty="0"/>
              <a:t> used </a:t>
            </a:r>
            <a:r>
              <a:rPr lang="en-US" sz="2400" b="1" dirty="0"/>
              <a:t>motion capture</a:t>
            </a:r>
            <a:r>
              <a:rPr lang="en-US" sz="2400" dirty="0"/>
              <a:t>, where real actors’ movements were recorded and turned into digital characters—just like how video games today can track a player’s body movements.</a:t>
            </a:r>
          </a:p>
          <a:p>
            <a:pPr marL="0" indent="0">
              <a:buNone/>
            </a:pPr>
            <a:endParaRPr lang="en-US" dirty="0"/>
          </a:p>
        </p:txBody>
      </p:sp>
    </p:spTree>
    <p:extLst>
      <p:ext uri="{BB962C8B-B14F-4D97-AF65-F5344CB8AC3E}">
        <p14:creationId xmlns:p14="http://schemas.microsoft.com/office/powerpoint/2010/main" val="975877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5C4A2-832D-5477-313B-35BFBA1CC4E7}"/>
              </a:ext>
            </a:extLst>
          </p:cNvPr>
          <p:cNvSpPr>
            <a:spLocks noGrp="1"/>
          </p:cNvSpPr>
          <p:nvPr>
            <p:ph type="title"/>
          </p:nvPr>
        </p:nvSpPr>
        <p:spPr/>
        <p:txBody>
          <a:bodyPr/>
          <a:lstStyle/>
          <a:p>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History of Computer Graphics (Cont.)</a:t>
            </a:r>
            <a:endParaRPr lang="en-US" dirty="0"/>
          </a:p>
        </p:txBody>
      </p:sp>
      <p:sp>
        <p:nvSpPr>
          <p:cNvPr id="3" name="Content Placeholder 2">
            <a:extLst>
              <a:ext uri="{FF2B5EF4-FFF2-40B4-BE49-F238E27FC236}">
                <a16:creationId xmlns:a16="http://schemas.microsoft.com/office/drawing/2014/main" id="{D47F00C9-C4B9-B1D1-F5B9-24FBD58385D7}"/>
              </a:ext>
            </a:extLst>
          </p:cNvPr>
          <p:cNvSpPr>
            <a:spLocks noGrp="1"/>
          </p:cNvSpPr>
          <p:nvPr>
            <p:ph idx="1"/>
          </p:nvPr>
        </p:nvSpPr>
        <p:spPr/>
        <p:txBody>
          <a:bodyPr/>
          <a:lstStyle/>
          <a:p>
            <a:pPr marL="0" indent="0">
              <a:buNone/>
            </a:pPr>
            <a:r>
              <a:rPr lang="en-US" sz="2400" b="1" dirty="0"/>
              <a:t>2010s–Present: Ultra-Realistic Graphics with AI</a:t>
            </a:r>
          </a:p>
          <a:p>
            <a:pPr marL="0" indent="0">
              <a:buNone/>
            </a:pPr>
            <a:r>
              <a:rPr lang="en-US" sz="2400" dirty="0"/>
              <a:t>Today’s video games, like </a:t>
            </a:r>
            <a:r>
              <a:rPr lang="en-US" sz="2400" i="1" dirty="0"/>
              <a:t>Cyberpunk 2077</a:t>
            </a:r>
            <a:r>
              <a:rPr lang="en-US" sz="2400" dirty="0"/>
              <a:t> or </a:t>
            </a:r>
            <a:r>
              <a:rPr lang="en-US" sz="2400" i="1" dirty="0"/>
              <a:t>Red Dead Redemption 2</a:t>
            </a:r>
            <a:r>
              <a:rPr lang="en-US" sz="2400" dirty="0"/>
              <a:t>, look almost as real as a movie. Thanks to </a:t>
            </a:r>
            <a:r>
              <a:rPr lang="en-US" sz="2400" b="1" dirty="0"/>
              <a:t>ray tracing</a:t>
            </a:r>
            <a:r>
              <a:rPr lang="en-US" sz="2400" dirty="0"/>
              <a:t>, we now have realistic lighting, reflections, and shadows.</a:t>
            </a:r>
          </a:p>
          <a:p>
            <a:pPr marL="0" indent="0">
              <a:buNone/>
            </a:pPr>
            <a:r>
              <a:rPr lang="en-US" sz="2400" dirty="0"/>
              <a:t>Virtual reality (VR) and augmented reality (AR), like </a:t>
            </a:r>
            <a:r>
              <a:rPr lang="en-US" sz="2400" b="1" dirty="0"/>
              <a:t>Oculus Quest</a:t>
            </a:r>
            <a:r>
              <a:rPr lang="en-US" sz="2400" dirty="0"/>
              <a:t> or </a:t>
            </a:r>
            <a:r>
              <a:rPr lang="en-US" sz="2400" b="1" dirty="0"/>
              <a:t>Pokémon GO</a:t>
            </a:r>
            <a:r>
              <a:rPr lang="en-US" sz="2400" dirty="0"/>
              <a:t>, let people interact with digital environments in real-time. AI-powered tools can now generate realistic images instantly, making graphics more advanced than ever.</a:t>
            </a:r>
          </a:p>
          <a:p>
            <a:endParaRPr lang="en-US" dirty="0"/>
          </a:p>
        </p:txBody>
      </p:sp>
    </p:spTree>
    <p:extLst>
      <p:ext uri="{BB962C8B-B14F-4D97-AF65-F5344CB8AC3E}">
        <p14:creationId xmlns:p14="http://schemas.microsoft.com/office/powerpoint/2010/main" val="1959803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6E215-9F84-7A4C-6AEB-908CE8E14351}"/>
              </a:ext>
            </a:extLst>
          </p:cNvPr>
          <p:cNvSpPr>
            <a:spLocks noGrp="1"/>
          </p:cNvSpPr>
          <p:nvPr>
            <p:ph type="title"/>
          </p:nvPr>
        </p:nvSpPr>
        <p:spPr>
          <a:xfrm>
            <a:off x="838200" y="2766218"/>
            <a:ext cx="10515600" cy="1325563"/>
          </a:xfrm>
        </p:spPr>
        <p:txBody>
          <a:bodyPr/>
          <a:lstStyle/>
          <a:p>
            <a:pPr algn="ctr"/>
            <a:r>
              <a:rPr lang="en-US" dirty="0"/>
              <a:t>Who you are?</a:t>
            </a:r>
          </a:p>
        </p:txBody>
      </p:sp>
    </p:spTree>
    <p:extLst>
      <p:ext uri="{BB962C8B-B14F-4D97-AF65-F5344CB8AC3E}">
        <p14:creationId xmlns:p14="http://schemas.microsoft.com/office/powerpoint/2010/main" val="2238798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46C680-C0AA-1BDB-F2AB-C77852EC3FDE}"/>
              </a:ext>
            </a:extLst>
          </p:cNvPr>
          <p:cNvSpPr>
            <a:spLocks noGrp="1"/>
          </p:cNvSpPr>
          <p:nvPr>
            <p:ph type="title"/>
          </p:nvPr>
        </p:nvSpPr>
        <p:spPr/>
        <p:txBody>
          <a:bodyPr/>
          <a:lstStyle/>
          <a:p>
            <a:r>
              <a:rPr lang="en-US" dirty="0"/>
              <a:t>What To Study In This Course?</a:t>
            </a:r>
          </a:p>
        </p:txBody>
      </p:sp>
      <p:sp>
        <p:nvSpPr>
          <p:cNvPr id="6" name="Content Placeholder 5">
            <a:extLst>
              <a:ext uri="{FF2B5EF4-FFF2-40B4-BE49-F238E27FC236}">
                <a16:creationId xmlns:a16="http://schemas.microsoft.com/office/drawing/2014/main" id="{07223AA4-4B89-7B47-6F29-3C7F6D94F18A}"/>
              </a:ext>
            </a:extLst>
          </p:cNvPr>
          <p:cNvSpPr>
            <a:spLocks noGrp="1"/>
          </p:cNvSpPr>
          <p:nvPr>
            <p:ph idx="1"/>
          </p:nvPr>
        </p:nvSpPr>
        <p:spPr/>
        <p:txBody>
          <a:bodyPr/>
          <a:lstStyle/>
          <a:p>
            <a:r>
              <a:rPr lang="en-US" dirty="0"/>
              <a:t>Few insights-</a:t>
            </a:r>
          </a:p>
          <a:p>
            <a:pPr lvl="1"/>
            <a:r>
              <a:rPr lang="en-US" dirty="0"/>
              <a:t>How an image is displayed </a:t>
            </a:r>
            <a:r>
              <a:rPr lang="en-US" dirty="0" err="1"/>
              <a:t>displayed</a:t>
            </a:r>
            <a:r>
              <a:rPr lang="en-US" dirty="0"/>
              <a:t>?</a:t>
            </a:r>
          </a:p>
          <a:p>
            <a:pPr lvl="1"/>
            <a:r>
              <a:rPr lang="en-US" dirty="0"/>
              <a:t>What happens at the back?</a:t>
            </a:r>
          </a:p>
          <a:p>
            <a:pPr lvl="1"/>
            <a:r>
              <a:rPr lang="en-US" dirty="0"/>
              <a:t>How to create simple objects?</a:t>
            </a:r>
          </a:p>
          <a:p>
            <a:pPr lvl="1"/>
            <a:r>
              <a:rPr lang="en-US" dirty="0"/>
              <a:t>How to objects move?</a:t>
            </a:r>
          </a:p>
          <a:p>
            <a:pPr lvl="1"/>
            <a:r>
              <a:rPr lang="en-US" dirty="0"/>
              <a:t>What is animation?</a:t>
            </a:r>
          </a:p>
          <a:p>
            <a:pPr lvl="1"/>
            <a:r>
              <a:rPr lang="en-US" dirty="0"/>
              <a:t>How animation can be made?</a:t>
            </a:r>
          </a:p>
        </p:txBody>
      </p:sp>
    </p:spTree>
    <p:extLst>
      <p:ext uri="{BB962C8B-B14F-4D97-AF65-F5344CB8AC3E}">
        <p14:creationId xmlns:p14="http://schemas.microsoft.com/office/powerpoint/2010/main" val="417213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B50AA-8855-5C8C-7828-E8EA7CAB2464}"/>
              </a:ext>
            </a:extLst>
          </p:cNvPr>
          <p:cNvSpPr>
            <a:spLocks noGrp="1"/>
          </p:cNvSpPr>
          <p:nvPr>
            <p:ph type="title"/>
          </p:nvPr>
        </p:nvSpPr>
        <p:spPr/>
        <p:txBody>
          <a:bodyPr/>
          <a:lstStyle/>
          <a:p>
            <a:r>
              <a:rPr lang="en-US" dirty="0"/>
              <a:t>Application Of This Course?</a:t>
            </a:r>
          </a:p>
        </p:txBody>
      </p:sp>
      <p:sp>
        <p:nvSpPr>
          <p:cNvPr id="3" name="Content Placeholder 2">
            <a:extLst>
              <a:ext uri="{FF2B5EF4-FFF2-40B4-BE49-F238E27FC236}">
                <a16:creationId xmlns:a16="http://schemas.microsoft.com/office/drawing/2014/main" id="{C3ADD4AC-2623-FBE0-F241-D2DB2AA36C28}"/>
              </a:ext>
            </a:extLst>
          </p:cNvPr>
          <p:cNvSpPr>
            <a:spLocks noGrp="1"/>
          </p:cNvSpPr>
          <p:nvPr>
            <p:ph idx="1"/>
          </p:nvPr>
        </p:nvSpPr>
        <p:spPr/>
        <p:txBody>
          <a:bodyPr/>
          <a:lstStyle/>
          <a:p>
            <a:r>
              <a:rPr lang="en-US" dirty="0"/>
              <a:t>Think from a programmers perspective</a:t>
            </a:r>
          </a:p>
          <a:p>
            <a:r>
              <a:rPr lang="en-US" dirty="0"/>
              <a:t>Free to do your own things</a:t>
            </a:r>
          </a:p>
          <a:p>
            <a:r>
              <a:rPr lang="en-US" dirty="0"/>
              <a:t>Step towards advance graphics</a:t>
            </a:r>
          </a:p>
        </p:txBody>
      </p:sp>
    </p:spTree>
    <p:extLst>
      <p:ext uri="{BB962C8B-B14F-4D97-AF65-F5344CB8AC3E}">
        <p14:creationId xmlns:p14="http://schemas.microsoft.com/office/powerpoint/2010/main" val="1645173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EC57-61F2-E243-9D75-23C77FFEDE62}"/>
              </a:ext>
            </a:extLst>
          </p:cNvPr>
          <p:cNvSpPr>
            <a:spLocks noGrp="1"/>
          </p:cNvSpPr>
          <p:nvPr>
            <p:ph type="title"/>
          </p:nvPr>
        </p:nvSpPr>
        <p:spPr>
          <a:xfrm>
            <a:off x="838200" y="2766218"/>
            <a:ext cx="10515600" cy="1325563"/>
          </a:xfrm>
        </p:spPr>
        <p:txBody>
          <a:bodyPr/>
          <a:lstStyle/>
          <a:p>
            <a:pPr algn="ctr"/>
            <a:r>
              <a:rPr lang="en-US" dirty="0"/>
              <a:t>The End</a:t>
            </a:r>
          </a:p>
        </p:txBody>
      </p:sp>
    </p:spTree>
    <p:extLst>
      <p:ext uri="{BB962C8B-B14F-4D97-AF65-F5344CB8AC3E}">
        <p14:creationId xmlns:p14="http://schemas.microsoft.com/office/powerpoint/2010/main" val="3944225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1169</Words>
  <Application>Microsoft Office PowerPoint</Application>
  <PresentationFormat>Widescreen</PresentationFormat>
  <Paragraphs>117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Welcome to Spring 2024-2025 </vt:lpstr>
      <vt:lpstr>PowerPoint Presentation</vt:lpstr>
      <vt:lpstr>Course Assessment Plan</vt:lpstr>
      <vt:lpstr>Rules and Regulations</vt:lpstr>
      <vt:lpstr>Rules and Regulations (Cont.)</vt:lpstr>
      <vt:lpstr>Rules and Regulations (Cont.)</vt:lpstr>
      <vt:lpstr>Rules and Regulations (Cont.)</vt:lpstr>
      <vt:lpstr>Rules and Regulations (Cont.)</vt:lpstr>
      <vt:lpstr>Rules and Regulations (Cont.)</vt:lpstr>
      <vt:lpstr>Information</vt:lpstr>
      <vt:lpstr>History of Computer Graphics</vt:lpstr>
      <vt:lpstr>History of Computer Graphics (Cont.)</vt:lpstr>
      <vt:lpstr>History of Computer Graphics (Cont.)</vt:lpstr>
      <vt:lpstr>History of Computer Graphics (Cont.)</vt:lpstr>
      <vt:lpstr>History of Computer Graphics (Cont.)</vt:lpstr>
      <vt:lpstr>Who you are?</vt:lpstr>
      <vt:lpstr>What To Study In This Course?</vt:lpstr>
      <vt:lpstr>Application Of This Course?</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Fall 2023-2024 </dc:title>
  <dc:creator>Aneem Al Ahsan Rupai</dc:creator>
  <cp:lastModifiedBy>Aneem Al Ahsan Rupai</cp:lastModifiedBy>
  <cp:revision>4</cp:revision>
  <dcterms:created xsi:type="dcterms:W3CDTF">2023-09-16T16:20:51Z</dcterms:created>
  <dcterms:modified xsi:type="dcterms:W3CDTF">2025-02-25T06:50:20Z</dcterms:modified>
</cp:coreProperties>
</file>